
<file path=[Content_Types].xml><?xml version="1.0" encoding="utf-8"?>
<Types xmlns="http://schemas.openxmlformats.org/package/2006/content-types">
  <Default Extension="org&amp;utm_campaign=index&amp;utm_content=thumbnail" ContentType="image/pn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61" r:id="rId2"/>
    <p:sldId id="256" r:id="rId3"/>
    <p:sldId id="257" r:id="rId4"/>
    <p:sldId id="258" r:id="rId5"/>
    <p:sldId id="25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Resultado</c:v>
          </c:tx>
          <c:spPr>
            <a:solidFill>
              <a:srgbClr val="087E8B"/>
            </a:solidFill>
          </c:spPr>
          <c:invertIfNegative val="0"/>
          <c:dLbls>
            <c:numFmt formatCode="0" sourceLinked="0"/>
            <c:spPr>
              <a:noFill/>
              <a:ln>
                <a:noFill/>
              </a:ln>
              <a:effectLst/>
            </c:spPr>
            <c:txPr>
              <a:bodyPr anchorCtr="1"/>
              <a:lstStyle/>
              <a:p>
                <a:pPr>
                  <a:defRPr sz="2100" b="1">
                    <a:solidFill>
                      <a:srgbClr val="153A48"/>
                    </a:solidFill>
                    <a:latin typeface="DejaVu Sans"/>
                    <a:ea typeface="DejaVu Sans"/>
                    <a:cs typeface="DejaVu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Total</c:v>
                </c:pt>
                <c:pt idx="1">
                  <c:v>≥ 1 año en prueba</c:v>
                </c:pt>
              </c:strCache>
            </c:strRef>
          </c:cat>
          <c:val>
            <c:numRef>
              <c:f>'Chart Data'!$B$2:$B$3</c:f>
              <c:numCache>
                <c:formatCode>General</c:formatCode>
                <c:ptCount val="2"/>
                <c:pt idx="0">
                  <c:v>346</c:v>
                </c:pt>
                <c:pt idx="1">
                  <c:v>252</c:v>
                </c:pt>
              </c:numCache>
            </c:numRef>
          </c:val>
          <c:extLst>
            <c:ext xmlns:c16="http://schemas.microsoft.com/office/drawing/2014/chart" uri="{C3380CC4-5D6E-409C-BE32-E72D297353CC}">
              <c16:uniqueId val="{00000000-3D55-4FDD-A202-906584BF6F22}"/>
            </c:ext>
          </c:extLst>
        </c:ser>
        <c:dLbls>
          <c:dLblPos val="outEnd"/>
          <c:showLegendKey val="0"/>
          <c:showVal val="1"/>
          <c:showCatName val="0"/>
          <c:showSerName val="0"/>
          <c:showPercent val="0"/>
          <c:showBubbleSize val="0"/>
        </c:dLbls>
        <c:gapWidth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8E3E5"/>
            </a:solidFill>
            <a:prstDash val="solid"/>
          </a:ln>
        </c:spPr>
        <c:txPr>
          <a:bodyPr anchorCtr="1"/>
          <a:lstStyle/>
          <a:p>
            <a:pPr>
              <a:defRPr sz="1500">
                <a:solidFill>
                  <a:srgbClr val="153A48"/>
                </a:solidFill>
                <a:latin typeface="DejaVu Sans"/>
                <a:ea typeface="DejaVu Sans"/>
                <a:cs typeface="DejaVu Sans"/>
              </a:defRPr>
            </a:pPr>
            <a:endParaRPr lang="en-US"/>
          </a:p>
        </c:txPr>
        <c:crossAx val="48672768"/>
        <c:crosses val="autoZero"/>
        <c:auto val="1"/>
        <c:lblAlgn val="ctr"/>
        <c:lblOffset val="100"/>
        <c:noMultiLvlLbl val="1"/>
      </c:catAx>
      <c:valAx>
        <c:axId val="48672768"/>
        <c:scaling>
          <c:orientation val="minMax"/>
          <c:max val="420"/>
          <c:min val="0"/>
        </c:scaling>
        <c:delete val="1"/>
        <c:axPos val="l"/>
        <c:numFmt formatCode="General" sourceLinked="1"/>
        <c:majorTickMark val="none"/>
        <c:minorTickMark val="none"/>
        <c:tickLblPos val="nextTo"/>
        <c:crossAx val="48650112"/>
        <c:crosses val="autoZero"/>
        <c:crossBetween val="between"/>
      </c:valAx>
      <c:spPr>
        <a:solidFill>
          <a:srgbClr val="F7FAFA"/>
        </a:solidFill>
        <a:ln w="0">
          <a:noFill/>
          <a:prstDash val="solid"/>
        </a:ln>
      </c:spPr>
    </c:plotArea>
    <c:plotVisOnly val="1"/>
    <c:dispBlanksAs val="zero"/>
    <c:showDLblsOverMax val="1"/>
  </c:chart>
  <c:spPr>
    <a:solidFill>
      <a:srgbClr val="F7FAFA"/>
    </a:solidFill>
    <a:ln w="0">
      <a:noFill/>
      <a:prstDash val="solid"/>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Resultado</c:v>
          </c:tx>
          <c:spPr>
            <a:solidFill>
              <a:srgbClr val="087E8B"/>
            </a:solidFill>
          </c:spPr>
          <c:invertIfNegative val="0"/>
          <c:dLbls>
            <c:numFmt formatCode="0.00" sourceLinked="0"/>
            <c:spPr>
              <a:noFill/>
              <a:ln>
                <a:noFill/>
              </a:ln>
              <a:effectLst/>
            </c:spPr>
            <c:txPr>
              <a:bodyPr anchorCtr="1"/>
              <a:lstStyle/>
              <a:p>
                <a:pPr>
                  <a:defRPr sz="2100" b="1">
                    <a:solidFill>
                      <a:srgbClr val="153A48"/>
                    </a:solidFill>
                    <a:latin typeface="DejaVu Sans"/>
                    <a:ea typeface="DejaVu Sans"/>
                    <a:cs typeface="DejaVu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Magdalena-Cauca</c:v>
                </c:pt>
                <c:pt idx="1">
                  <c:v>Resto del país</c:v>
                </c:pt>
              </c:strCache>
            </c:strRef>
          </c:cat>
          <c:val>
            <c:numRef>
              <c:f>'Chart Data'!$B$2:$B$3</c:f>
              <c:numCache>
                <c:formatCode>General</c:formatCode>
                <c:ptCount val="2"/>
                <c:pt idx="0">
                  <c:v>3.7</c:v>
                </c:pt>
                <c:pt idx="1">
                  <c:v>6.15</c:v>
                </c:pt>
              </c:numCache>
            </c:numRef>
          </c:val>
          <c:extLst>
            <c:ext xmlns:c16="http://schemas.microsoft.com/office/drawing/2014/chart" uri="{C3380CC4-5D6E-409C-BE32-E72D297353CC}">
              <c16:uniqueId val="{00000000-877B-4F99-9212-9FEAD096F835}"/>
            </c:ext>
          </c:extLst>
        </c:ser>
        <c:dLbls>
          <c:dLblPos val="outEnd"/>
          <c:showLegendKey val="0"/>
          <c:showVal val="1"/>
          <c:showCatName val="0"/>
          <c:showSerName val="0"/>
          <c:showPercent val="0"/>
          <c:showBubbleSize val="0"/>
        </c:dLbls>
        <c:gapWidth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8E3E5"/>
            </a:solidFill>
            <a:prstDash val="solid"/>
          </a:ln>
        </c:spPr>
        <c:txPr>
          <a:bodyPr anchorCtr="1"/>
          <a:lstStyle/>
          <a:p>
            <a:pPr>
              <a:defRPr sz="1500">
                <a:solidFill>
                  <a:srgbClr val="153A48"/>
                </a:solidFill>
                <a:latin typeface="DejaVu Sans"/>
                <a:ea typeface="DejaVu Sans"/>
                <a:cs typeface="DejaVu Sans"/>
              </a:defRPr>
            </a:pPr>
            <a:endParaRPr lang="en-US"/>
          </a:p>
        </c:txPr>
        <c:crossAx val="48672768"/>
        <c:crosses val="autoZero"/>
        <c:auto val="1"/>
        <c:lblAlgn val="ctr"/>
        <c:lblOffset val="100"/>
        <c:noMultiLvlLbl val="1"/>
      </c:catAx>
      <c:valAx>
        <c:axId val="48672768"/>
        <c:scaling>
          <c:orientation val="minMax"/>
          <c:max val="8"/>
          <c:min val="0"/>
        </c:scaling>
        <c:delete val="1"/>
        <c:axPos val="l"/>
        <c:numFmt formatCode="General" sourceLinked="1"/>
        <c:majorTickMark val="none"/>
        <c:minorTickMark val="none"/>
        <c:tickLblPos val="nextTo"/>
        <c:crossAx val="48650112"/>
        <c:crosses val="autoZero"/>
        <c:crossBetween val="between"/>
      </c:valAx>
      <c:spPr>
        <a:solidFill>
          <a:srgbClr val="F7FAFA"/>
        </a:solidFill>
        <a:ln w="0">
          <a:noFill/>
          <a:prstDash val="solid"/>
        </a:ln>
      </c:spPr>
    </c:plotArea>
    <c:plotVisOnly val="1"/>
    <c:dispBlanksAs val="zero"/>
    <c:showDLblsOverMax val="1"/>
  </c:chart>
  <c:spPr>
    <a:solidFill>
      <a:srgbClr val="F7FAFA"/>
    </a:solidFill>
    <a:ln w="0">
      <a:noFill/>
      <a:prstDash val="solid"/>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Resultado</c:v>
          </c:tx>
          <c:spPr>
            <a:solidFill>
              <a:srgbClr val="C66736"/>
            </a:solidFill>
          </c:spPr>
          <c:invertIfNegative val="0"/>
          <c:dLbls>
            <c:numFmt formatCode="0%" sourceLinked="0"/>
            <c:spPr>
              <a:noFill/>
              <a:ln>
                <a:noFill/>
              </a:ln>
              <a:effectLst/>
            </c:spPr>
            <c:txPr>
              <a:bodyPr anchorCtr="1"/>
              <a:lstStyle/>
              <a:p>
                <a:pPr>
                  <a:defRPr sz="2100" b="1">
                    <a:solidFill>
                      <a:srgbClr val="153A48"/>
                    </a:solidFill>
                    <a:latin typeface="DejaVu Sans"/>
                    <a:ea typeface="DejaVu Sans"/>
                    <a:cs typeface="DejaVu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Orinoco</c:v>
                </c:pt>
                <c:pt idx="1">
                  <c:v>Pacífico</c:v>
                </c:pt>
              </c:strCache>
            </c:strRef>
          </c:cat>
          <c:val>
            <c:numRef>
              <c:f>'Chart Data'!$B$2:$B$3</c:f>
              <c:numCache>
                <c:formatCode>General</c:formatCode>
                <c:ptCount val="2"/>
                <c:pt idx="0">
                  <c:v>0.25</c:v>
                </c:pt>
                <c:pt idx="1">
                  <c:v>0.53</c:v>
                </c:pt>
              </c:numCache>
            </c:numRef>
          </c:val>
          <c:extLst>
            <c:ext xmlns:c16="http://schemas.microsoft.com/office/drawing/2014/chart" uri="{C3380CC4-5D6E-409C-BE32-E72D297353CC}">
              <c16:uniqueId val="{00000000-67EB-46D0-833A-A3A5C3197705}"/>
            </c:ext>
          </c:extLst>
        </c:ser>
        <c:dLbls>
          <c:dLblPos val="outEnd"/>
          <c:showLegendKey val="0"/>
          <c:showVal val="1"/>
          <c:showCatName val="0"/>
          <c:showSerName val="0"/>
          <c:showPercent val="0"/>
          <c:showBubbleSize val="0"/>
        </c:dLbls>
        <c:gapWidth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8E3E5"/>
            </a:solidFill>
            <a:prstDash val="solid"/>
          </a:ln>
        </c:spPr>
        <c:txPr>
          <a:bodyPr anchorCtr="1"/>
          <a:lstStyle/>
          <a:p>
            <a:pPr>
              <a:defRPr sz="1500">
                <a:solidFill>
                  <a:srgbClr val="153A48"/>
                </a:solidFill>
                <a:latin typeface="DejaVu Sans"/>
                <a:ea typeface="DejaVu Sans"/>
                <a:cs typeface="DejaVu Sans"/>
              </a:defRPr>
            </a:pPr>
            <a:endParaRPr lang="en-US"/>
          </a:p>
        </c:txPr>
        <c:crossAx val="48672768"/>
        <c:crosses val="autoZero"/>
        <c:auto val="1"/>
        <c:lblAlgn val="ctr"/>
        <c:lblOffset val="100"/>
        <c:noMultiLvlLbl val="1"/>
      </c:catAx>
      <c:valAx>
        <c:axId val="48672768"/>
        <c:scaling>
          <c:orientation val="minMax"/>
          <c:max val="0.7"/>
          <c:min val="0"/>
        </c:scaling>
        <c:delete val="1"/>
        <c:axPos val="l"/>
        <c:numFmt formatCode="General" sourceLinked="1"/>
        <c:majorTickMark val="none"/>
        <c:minorTickMark val="none"/>
        <c:tickLblPos val="nextTo"/>
        <c:crossAx val="48650112"/>
        <c:crosses val="autoZero"/>
        <c:crossBetween val="between"/>
      </c:valAx>
      <c:spPr>
        <a:solidFill>
          <a:srgbClr val="F7FAFA"/>
        </a:solidFill>
        <a:ln w="0">
          <a:noFill/>
          <a:prstDash val="solid"/>
        </a:ln>
      </c:spPr>
    </c:plotArea>
    <c:plotVisOnly val="1"/>
    <c:dispBlanksAs val="zero"/>
    <c:showDLblsOverMax val="1"/>
  </c:chart>
  <c:spPr>
    <a:solidFill>
      <a:srgbClr val="F7FAFA"/>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69978-3F62-6D63-3AF4-27B6626D30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829131-787D-23EE-675D-67C0DBDB0D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0EAB1A-EB36-C861-78D3-7E8E925987DA}"/>
              </a:ext>
            </a:extLst>
          </p:cNvPr>
          <p:cNvSpPr>
            <a:spLocks noGrp="1"/>
          </p:cNvSpPr>
          <p:nvPr>
            <p:ph type="body" idx="1"/>
          </p:nvPr>
        </p:nvSpPr>
        <p:spPr/>
        <p:txBody>
          <a:bodyPr/>
          <a:lstStyle/>
          <a:p>
            <a:r>
              <a:t>INTEGRANTE 1. 0:00–1:30.</a:t>
            </a:r>
          </a:p>
          <a:p>
            <a:endParaRPr/>
          </a:p>
          <a:p>
            <a:r>
              <a:t>Presentar el problema de cobertura de estaciones y registros incompletos. Explicar su relevancia para aportes a embalses y operación energética. Presentar los usuarios: analista de XM, operadores, hidrólogos y gestión del riesgo. Explicar el mapa, series, métricas y descarga del mockup. Los valores y la curva del mockup son ilustrativos, no resultados de modelos. El alcance es estimar con meteorología observada. La validación con usuarios está pendiente.</a:t>
            </a:r>
          </a:p>
          <a:p>
            <a:endParaRPr/>
          </a:p>
          <a:p>
            <a:r>
              <a:t>Fuente: proyecto fase 1 (2).docx. Secciones 1 y 2, Figura 1. Datos reportados por el equipo, CAMELS-COL v3.</a:t>
            </a:r>
          </a:p>
          <a:p>
            <a:r>
              <a:t>El video completo tiene una duración máxima de seis minutos.</a:t>
            </a:r>
          </a:p>
        </p:txBody>
      </p:sp>
      <p:sp>
        <p:nvSpPr>
          <p:cNvPr id="4" name="Slide Number Placeholder 3">
            <a:extLst>
              <a:ext uri="{FF2B5EF4-FFF2-40B4-BE49-F238E27FC236}">
                <a16:creationId xmlns:a16="http://schemas.microsoft.com/office/drawing/2014/main" id="{C4663C81-7C05-C9C8-C431-D7459DDB624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5446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INTEGRANTE 1. 0:00–1:30.</a:t>
            </a:r>
          </a:p>
          <a:p>
            <a:endParaRPr/>
          </a:p>
          <a:p>
            <a:r>
              <a:t>Presentar el problema de cobertura de estaciones y registros incompletos. Explicar su relevancia para aportes a embalses y operación energética. Presentar los usuarios: analista de XM, operadores, hidrólogos y gestión del riesgo. Explicar el mapa, series, métricas y descarga del mockup. Los valores y la curva del mockup son ilustrativos, no resultados de modelos. El alcance es estimar con meteorología observada. La validación con usuarios está pendiente.</a:t>
            </a:r>
          </a:p>
          <a:p>
            <a:endParaRPr/>
          </a:p>
          <a:p>
            <a:r>
              <a:t>Fuente: proyecto fase 1 (2).docx. Secciones 1 y 2, Figura 1. Datos reportados por el equipo, CAMELS-COL v3.</a:t>
            </a:r>
          </a:p>
          <a:p>
            <a:r>
              <a:t>El video completo tiene una duración máxima de seis minutos.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INTEGRANTE 2. 1:30–3:00.</a:t>
            </a:r>
          </a:p>
          <a:p>
            <a:endParaRPr/>
          </a:p>
          <a:p>
            <a:r>
              <a:t>Explicar CAMELS-COL v3 y la unión por código IDEAM. Fuentes: caudal IDEAM, precipitación CHIRPS, temperatura y evapotranspiración MSWX. La primera entrega usa estadística descriptiva, gráficos, pruebas, Spearman y PCA. Se propone comparar regresión lineal, Random Forest y LSTM. Partición temporal: entrenamiento 1981–2010, validación 2011–2015, prueba 2016–2022. Validación espacial: cinco particiones por sistemas de ríos completos. Las firmas hidrológicas solo se usan en exploración para prevenir fuga. Las cifras de NSE y KGE son metas medianas, no resultados obtenidos. Uso responsable: supervisión humana, métricas por región y revisión de restricciones comerciales de MSWX según el documento.</a:t>
            </a:r>
          </a:p>
          <a:p>
            <a:endParaRPr/>
          </a:p>
          <a:p>
            <a:r>
              <a:t>Fuente: proyecto fase 1 (2).docx. Secciones 3, 4 y 5, Tablas 1 y 5. Datos reportados por el equipo, CAMELS-COL v3.</a:t>
            </a:r>
          </a:p>
          <a:p>
            <a:r>
              <a:t>El video completo tiene una duración máxima de seis minutos.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INTEGRANTE 3. 3:00–4:30.</a:t>
            </a:r>
          </a:p>
          <a:p>
            <a:endParaRPr/>
          </a:p>
          <a:p>
            <a:r>
              <a:t>Explicar las dimensiones de calidad revisadas sobre 4.072.868 registros y ocho tablas de atributos. Aunque no hay celdas vacías en las series, faltan filas correspondientes a días sin registro. Los 18.281 son interrupciones o bloques de fechas faltantes, no un conteo de días. 148 cuencas tienen algún vacío de al menos un año. Los atributos están completos para 346 cuencas. 252 cuencas tienen al menos un año en el periodo de prueba. No se detectaron fechas duplicadas, negativos ni mínima mayor que máxima. Hay variables geológicas redundantes y 55 cuencas con coeficiente de escorrentía mayor que uno, posible limitación de lluvia satelital por revisar. Tratamiento propuesto: calendario diario, interpolación de forzantes solo en vacíos de hasta siete días y exclusión de ventanas con vacíos largos.</a:t>
            </a:r>
          </a:p>
          <a:p>
            <a:endParaRPr/>
          </a:p>
          <a:p>
            <a:r>
              <a:t>Fuente: proyecto fase 1 (2).docx. Sección 6, Tabla 6. Datos reportados por el equipo, CAMELS-COL v3.</a:t>
            </a:r>
          </a:p>
          <a:p>
            <a:r>
              <a:t>El video completo tiene una duración máxima de seis minutos.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INTEGRANTE 4. 4:30–6:00.</a:t>
            </a:r>
          </a:p>
          <a:p>
            <a:endParaRPr/>
          </a:p>
          <a:p>
            <a:r>
              <a:t>Explicar tres resultados. 1. Caudal específico medio de 3,70 mm/día en Magdalena-Cauca frente a 6,15 en el resto, Welch p menor a 0,001. El resultado se mantiene en escala logarítmica y al excluir atípicos. 2. Solo 25% de cuencas del Orinoco tiene menos de 5% de días faltantes, frente a 53% del Pacífico. Chi-cuadrado p=0,005. 3. Spearman: aridez −0,74 y bosque +0,54. Son asociaciones, no causalidad. La anidación de cuencas limita la independencia. Concluir que los datos permiten avanzar con preparación y evaluación regional. Aún no hay modelos entrenados ni metas de desempeño alcanzadas. Próximos pasos: preparar datos, comparar tres modelos, validar requerimientos y construir prototipo.</a:t>
            </a:r>
          </a:p>
          <a:p>
            <a:endParaRPr/>
          </a:p>
          <a:p>
            <a:r>
              <a:t>Fuente: proyecto fase 1 (2).docx. Secciones 6 y 7, Figura 2. Datos reportados por el equipo, CAMELS-COL v3.</a:t>
            </a:r>
          </a:p>
          <a:p>
            <a:r>
              <a:t>El video completo tiene una duración máxima de seis minutos.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D0120B0-4A56-4257-A269-B5E5C04A517C}"/>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CAEBE50C-AAE6-47BF-BC1A-36202C91369F}"/>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C1537461-DD5A-46DA-9E79-C632E03DFCB8}"/>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88F9E99-72FA-4CFD-BE1F-210F31CBF44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48742AE6-A11F-4E62-9D84-03183B6CFA7F}"/>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EB8B733-F4EC-4895-B957-9078677EC33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2F3B9540-20ED-4820-AB34-9240C9628A66}"/>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8EFF097B-A760-4814-9F3B-7359A1FA066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4D76B1B-2938-43EF-9EA5-8CDF4C7C1BE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03A6E1BC-A6FF-4492-AF95-4A7FBA61D03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4.org&amp;utm_campaign=index&amp;utm_content=thumbnai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4.org&amp;utm_campaign=index&amp;utm_content=thumbnai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4.org&amp;utm_campaign=index&amp;utm_content=thumbnai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4.org&amp;utm_campaign=index&amp;utm_content=thumbnail"/><Relationship Id="rId4" Type="http://schemas.openxmlformats.org/officeDocument/2006/relationships/chart" Target="../charts/char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A"/>
        </a:solidFill>
        <a:effectLst/>
      </p:bgPr>
    </p:bg>
    <p:spTree>
      <p:nvGrpSpPr>
        <p:cNvPr id="1" name="">
          <a:extLst>
            <a:ext uri="{FF2B5EF4-FFF2-40B4-BE49-F238E27FC236}">
              <a16:creationId xmlns:a16="http://schemas.microsoft.com/office/drawing/2014/main" id="{2C23308C-1F9E-C6D9-5B90-FF5D59707C46}"/>
            </a:ext>
          </a:extLst>
        </p:cNvPr>
        <p:cNvGrpSpPr/>
        <p:nvPr/>
      </p:nvGrpSpPr>
      <p:grpSpPr>
        <a:xfrm>
          <a:off x="0" y="0"/>
          <a:ext cx="0" cy="0"/>
          <a:chOff x="0" y="0"/>
          <a:chExt cx="0" cy="0"/>
        </a:xfrm>
      </p:grpSpPr>
      <p:sp>
        <p:nvSpPr>
          <p:cNvPr id="12" name="text-0">
            <a:extLst>
              <a:ext uri="{FF2B5EF4-FFF2-40B4-BE49-F238E27FC236}">
                <a16:creationId xmlns:a16="http://schemas.microsoft.com/office/drawing/2014/main" id="{7FB17CDD-6E88-0154-1DDB-E2BF1D3D584A}"/>
              </a:ext>
            </a:extLst>
          </p:cNvPr>
          <p:cNvSpPr>
            <a:spLocks noGrp="1"/>
          </p:cNvSpPr>
          <p:nvPr/>
        </p:nvSpPr>
        <p:spPr>
          <a:xfrm>
            <a:off x="2631948" y="2615184"/>
            <a:ext cx="6928104" cy="952500"/>
          </a:xfrm>
          <a:prstGeom prst="rect">
            <a:avLst/>
          </a:prstGeom>
          <a:noFill/>
          <a:ln w="0">
            <a:noFill/>
            <a:prstDash val="solid"/>
          </a:ln>
        </p:spPr>
        <p:txBody>
          <a:bodyPr lIns="0" tIns="0" rIns="0" bIns="0"/>
          <a:lstStyle>
            <a:defPPr>
              <a:defRPr sz="3300" b="1">
                <a:solidFill>
                  <a:srgbClr val="153A48"/>
                </a:solidFill>
                <a:latin typeface="DejaVu Sans"/>
                <a:ea typeface="DejaVu Sans"/>
                <a:cs typeface="DejaVu Sans"/>
              </a:defRPr>
            </a:defPPr>
            <a:lvl1pPr>
              <a:defRPr sz="3300" b="1">
                <a:solidFill>
                  <a:srgbClr val="153A48"/>
                </a:solidFill>
                <a:latin typeface="DejaVu Sans"/>
                <a:ea typeface="DejaVu Sans"/>
                <a:cs typeface="DejaVu Sans"/>
              </a:defRPr>
            </a:lvl1pPr>
            <a:lvl2pPr>
              <a:defRPr sz="3300" b="1">
                <a:solidFill>
                  <a:srgbClr val="153A48"/>
                </a:solidFill>
                <a:latin typeface="DejaVu Sans"/>
                <a:ea typeface="DejaVu Sans"/>
                <a:cs typeface="DejaVu Sans"/>
              </a:defRPr>
            </a:lvl2pPr>
            <a:lvl3pPr>
              <a:defRPr sz="3300" b="1">
                <a:solidFill>
                  <a:srgbClr val="153A48"/>
                </a:solidFill>
                <a:latin typeface="DejaVu Sans"/>
                <a:ea typeface="DejaVu Sans"/>
                <a:cs typeface="DejaVu Sans"/>
              </a:defRPr>
            </a:lvl3pPr>
            <a:lvl4pPr>
              <a:defRPr sz="3300" b="1">
                <a:solidFill>
                  <a:srgbClr val="153A48"/>
                </a:solidFill>
                <a:latin typeface="DejaVu Sans"/>
                <a:ea typeface="DejaVu Sans"/>
                <a:cs typeface="DejaVu Sans"/>
              </a:defRPr>
            </a:lvl4pPr>
            <a:lvl5pPr>
              <a:defRPr sz="3300" b="1">
                <a:solidFill>
                  <a:srgbClr val="153A48"/>
                </a:solidFill>
                <a:latin typeface="DejaVu Sans"/>
                <a:ea typeface="DejaVu Sans"/>
                <a:cs typeface="DejaVu Sans"/>
              </a:defRPr>
            </a:lvl5pPr>
            <a:lvl6pPr>
              <a:defRPr sz="3300" b="1">
                <a:solidFill>
                  <a:srgbClr val="153A48"/>
                </a:solidFill>
                <a:latin typeface="DejaVu Sans"/>
                <a:ea typeface="DejaVu Sans"/>
                <a:cs typeface="DejaVu Sans"/>
              </a:defRPr>
            </a:lvl6pPr>
            <a:lvl7pPr>
              <a:defRPr sz="3300" b="1">
                <a:solidFill>
                  <a:srgbClr val="153A48"/>
                </a:solidFill>
                <a:latin typeface="DejaVu Sans"/>
                <a:ea typeface="DejaVu Sans"/>
                <a:cs typeface="DejaVu Sans"/>
              </a:defRPr>
            </a:lvl7pPr>
            <a:lvl8pPr>
              <a:defRPr sz="3300" b="1">
                <a:solidFill>
                  <a:srgbClr val="153A48"/>
                </a:solidFill>
                <a:latin typeface="DejaVu Sans"/>
                <a:ea typeface="DejaVu Sans"/>
                <a:cs typeface="DejaVu Sans"/>
              </a:defRPr>
            </a:lvl8pPr>
            <a:lvl9pPr>
              <a:defRPr sz="3300" b="1">
                <a:solidFill>
                  <a:srgbClr val="153A48"/>
                </a:solidFill>
                <a:latin typeface="DejaVu Sans"/>
                <a:ea typeface="DejaVu Sans"/>
                <a:cs typeface="DejaVu Sans"/>
              </a:defRPr>
            </a:lvl9pPr>
          </a:lstStyle>
          <a:p>
            <a:pPr algn="ctr">
              <a:defRPr sz="3300" b="1">
                <a:solidFill>
                  <a:srgbClr val="153A48"/>
                </a:solidFill>
                <a:latin typeface="DejaVu Sans"/>
                <a:ea typeface="DejaVu Sans"/>
                <a:cs typeface="DejaVu Sans"/>
              </a:defRPr>
            </a:pPr>
            <a:r>
              <a:rPr sz="4800" b="1" dirty="0">
                <a:solidFill>
                  <a:srgbClr val="153A48"/>
                </a:solidFill>
                <a:latin typeface="DejaVu Sans"/>
                <a:ea typeface="DejaVu Sans"/>
                <a:cs typeface="DejaVu Sans"/>
              </a:rPr>
              <a:t>Caudal-COL</a:t>
            </a:r>
          </a:p>
        </p:txBody>
      </p:sp>
      <p:sp>
        <p:nvSpPr>
          <p:cNvPr id="2" name="text-1">
            <a:extLst>
              <a:ext uri="{FF2B5EF4-FFF2-40B4-BE49-F238E27FC236}">
                <a16:creationId xmlns:a16="http://schemas.microsoft.com/office/drawing/2014/main" id="{66200AFB-69B9-CD8B-D88B-8314E9C90188}"/>
              </a:ext>
            </a:extLst>
          </p:cNvPr>
          <p:cNvSpPr>
            <a:spLocks noGrp="1"/>
          </p:cNvSpPr>
          <p:nvPr/>
        </p:nvSpPr>
        <p:spPr>
          <a:xfrm>
            <a:off x="609600" y="6419850"/>
            <a:ext cx="8096250" cy="238125"/>
          </a:xfrm>
          <a:prstGeom prst="rect">
            <a:avLst/>
          </a:prstGeom>
          <a:noFill/>
          <a:ln w="0">
            <a:noFill/>
            <a:prstDash val="solid"/>
          </a:ln>
        </p:spPr>
        <p:txBody>
          <a:bodyPr lIns="0" tIns="0" rIns="0" bIns="0"/>
          <a:lstStyle>
            <a:defPPr>
              <a:defRPr sz="1200" b="0">
                <a:solidFill>
                  <a:srgbClr val="597079"/>
                </a:solidFill>
                <a:latin typeface="DejaVu Sans"/>
                <a:ea typeface="DejaVu Sans"/>
                <a:cs typeface="DejaVu Sans"/>
              </a:defRPr>
            </a:defPPr>
            <a:lvl1pPr>
              <a:defRPr sz="1200" b="0">
                <a:solidFill>
                  <a:srgbClr val="597079"/>
                </a:solidFill>
                <a:latin typeface="DejaVu Sans"/>
                <a:ea typeface="DejaVu Sans"/>
                <a:cs typeface="DejaVu Sans"/>
              </a:defRPr>
            </a:lvl1pPr>
            <a:lvl2pPr>
              <a:defRPr sz="1200" b="0">
                <a:solidFill>
                  <a:srgbClr val="597079"/>
                </a:solidFill>
                <a:latin typeface="DejaVu Sans"/>
                <a:ea typeface="DejaVu Sans"/>
                <a:cs typeface="DejaVu Sans"/>
              </a:defRPr>
            </a:lvl2pPr>
            <a:lvl3pPr>
              <a:defRPr sz="1200" b="0">
                <a:solidFill>
                  <a:srgbClr val="597079"/>
                </a:solidFill>
                <a:latin typeface="DejaVu Sans"/>
                <a:ea typeface="DejaVu Sans"/>
                <a:cs typeface="DejaVu Sans"/>
              </a:defRPr>
            </a:lvl3pPr>
            <a:lvl4pPr>
              <a:defRPr sz="1200" b="0">
                <a:solidFill>
                  <a:srgbClr val="597079"/>
                </a:solidFill>
                <a:latin typeface="DejaVu Sans"/>
                <a:ea typeface="DejaVu Sans"/>
                <a:cs typeface="DejaVu Sans"/>
              </a:defRPr>
            </a:lvl4pPr>
            <a:lvl5pPr>
              <a:defRPr sz="1200" b="0">
                <a:solidFill>
                  <a:srgbClr val="597079"/>
                </a:solidFill>
                <a:latin typeface="DejaVu Sans"/>
                <a:ea typeface="DejaVu Sans"/>
                <a:cs typeface="DejaVu Sans"/>
              </a:defRPr>
            </a:lvl5pPr>
            <a:lvl6pPr>
              <a:defRPr sz="1200" b="0">
                <a:solidFill>
                  <a:srgbClr val="597079"/>
                </a:solidFill>
                <a:latin typeface="DejaVu Sans"/>
                <a:ea typeface="DejaVu Sans"/>
                <a:cs typeface="DejaVu Sans"/>
              </a:defRPr>
            </a:lvl6pPr>
            <a:lvl7pPr>
              <a:defRPr sz="1200" b="0">
                <a:solidFill>
                  <a:srgbClr val="597079"/>
                </a:solidFill>
                <a:latin typeface="DejaVu Sans"/>
                <a:ea typeface="DejaVu Sans"/>
                <a:cs typeface="DejaVu Sans"/>
              </a:defRPr>
            </a:lvl7pPr>
            <a:lvl8pPr>
              <a:defRPr sz="1200" b="0">
                <a:solidFill>
                  <a:srgbClr val="597079"/>
                </a:solidFill>
                <a:latin typeface="DejaVu Sans"/>
                <a:ea typeface="DejaVu Sans"/>
                <a:cs typeface="DejaVu Sans"/>
              </a:defRPr>
            </a:lvl8pPr>
            <a:lvl9pPr>
              <a:defRPr sz="1200" b="0">
                <a:solidFill>
                  <a:srgbClr val="597079"/>
                </a:solidFill>
                <a:latin typeface="DejaVu Sans"/>
                <a:ea typeface="DejaVu Sans"/>
                <a:cs typeface="DejaVu Sans"/>
              </a:defRPr>
            </a:lvl9pPr>
          </a:lstStyle>
          <a:p>
            <a:pPr>
              <a:defRPr sz="1200" b="0">
                <a:solidFill>
                  <a:srgbClr val="597079"/>
                </a:solidFill>
                <a:latin typeface="DejaVu Sans"/>
                <a:ea typeface="DejaVu Sans"/>
                <a:cs typeface="DejaVu Sans"/>
              </a:defRPr>
            </a:pPr>
            <a:r>
              <a:rPr sz="1200" b="0">
                <a:solidFill>
                  <a:srgbClr val="597079"/>
                </a:solidFill>
                <a:latin typeface="DejaVu Sans"/>
                <a:ea typeface="DejaVu Sans"/>
                <a:cs typeface="DejaVu Sans"/>
              </a:rPr>
              <a:t>CAUDAL-COL   /   Primera entrega</a:t>
            </a:r>
          </a:p>
        </p:txBody>
      </p:sp>
      <p:sp>
        <p:nvSpPr>
          <p:cNvPr id="4" name="text-3">
            <a:extLst>
              <a:ext uri="{FF2B5EF4-FFF2-40B4-BE49-F238E27FC236}">
                <a16:creationId xmlns:a16="http://schemas.microsoft.com/office/drawing/2014/main" id="{7BC41696-52DA-A333-E6EC-C526F48366D5}"/>
              </a:ext>
            </a:extLst>
          </p:cNvPr>
          <p:cNvSpPr>
            <a:spLocks noGrp="1"/>
          </p:cNvSpPr>
          <p:nvPr/>
        </p:nvSpPr>
        <p:spPr>
          <a:xfrm>
            <a:off x="2798064" y="3567684"/>
            <a:ext cx="6595872" cy="952500"/>
          </a:xfrm>
          <a:prstGeom prst="rect">
            <a:avLst/>
          </a:prstGeom>
          <a:noFill/>
          <a:ln w="0">
            <a:noFill/>
            <a:prstDash val="solid"/>
          </a:ln>
        </p:spPr>
        <p:txBody>
          <a:bodyPr lIns="0" tIns="0" rIns="0" bIns="0"/>
          <a:lstStyle>
            <a:defPPr>
              <a:defRPr sz="2400" b="1">
                <a:solidFill>
                  <a:srgbClr val="153A48"/>
                </a:solidFill>
                <a:latin typeface="DejaVu Sans"/>
                <a:ea typeface="DejaVu Sans"/>
                <a:cs typeface="DejaVu Sans"/>
              </a:defRPr>
            </a:defPPr>
            <a:lvl1pPr>
              <a:defRPr sz="2400" b="1">
                <a:solidFill>
                  <a:srgbClr val="153A48"/>
                </a:solidFill>
                <a:latin typeface="DejaVu Sans"/>
                <a:ea typeface="DejaVu Sans"/>
                <a:cs typeface="DejaVu Sans"/>
              </a:defRPr>
            </a:lvl1pPr>
            <a:lvl2pPr>
              <a:defRPr sz="2400" b="1">
                <a:solidFill>
                  <a:srgbClr val="153A48"/>
                </a:solidFill>
                <a:latin typeface="DejaVu Sans"/>
                <a:ea typeface="DejaVu Sans"/>
                <a:cs typeface="DejaVu Sans"/>
              </a:defRPr>
            </a:lvl2pPr>
            <a:lvl3pPr>
              <a:defRPr sz="2400" b="1">
                <a:solidFill>
                  <a:srgbClr val="153A48"/>
                </a:solidFill>
                <a:latin typeface="DejaVu Sans"/>
                <a:ea typeface="DejaVu Sans"/>
                <a:cs typeface="DejaVu Sans"/>
              </a:defRPr>
            </a:lvl3pPr>
            <a:lvl4pPr>
              <a:defRPr sz="2400" b="1">
                <a:solidFill>
                  <a:srgbClr val="153A48"/>
                </a:solidFill>
                <a:latin typeface="DejaVu Sans"/>
                <a:ea typeface="DejaVu Sans"/>
                <a:cs typeface="DejaVu Sans"/>
              </a:defRPr>
            </a:lvl4pPr>
            <a:lvl5pPr>
              <a:defRPr sz="2400" b="1">
                <a:solidFill>
                  <a:srgbClr val="153A48"/>
                </a:solidFill>
                <a:latin typeface="DejaVu Sans"/>
                <a:ea typeface="DejaVu Sans"/>
                <a:cs typeface="DejaVu Sans"/>
              </a:defRPr>
            </a:lvl5pPr>
            <a:lvl6pPr>
              <a:defRPr sz="2400" b="1">
                <a:solidFill>
                  <a:srgbClr val="153A48"/>
                </a:solidFill>
                <a:latin typeface="DejaVu Sans"/>
                <a:ea typeface="DejaVu Sans"/>
                <a:cs typeface="DejaVu Sans"/>
              </a:defRPr>
            </a:lvl6pPr>
            <a:lvl7pPr>
              <a:defRPr sz="2400" b="1">
                <a:solidFill>
                  <a:srgbClr val="153A48"/>
                </a:solidFill>
                <a:latin typeface="DejaVu Sans"/>
                <a:ea typeface="DejaVu Sans"/>
                <a:cs typeface="DejaVu Sans"/>
              </a:defRPr>
            </a:lvl7pPr>
            <a:lvl8pPr>
              <a:defRPr sz="2400" b="1">
                <a:solidFill>
                  <a:srgbClr val="153A48"/>
                </a:solidFill>
                <a:latin typeface="DejaVu Sans"/>
                <a:ea typeface="DejaVu Sans"/>
                <a:cs typeface="DejaVu Sans"/>
              </a:defRPr>
            </a:lvl8pPr>
            <a:lvl9pPr>
              <a:defRPr sz="2400" b="1">
                <a:solidFill>
                  <a:srgbClr val="153A48"/>
                </a:solidFill>
                <a:latin typeface="DejaVu Sans"/>
                <a:ea typeface="DejaVu Sans"/>
                <a:cs typeface="DejaVu Sans"/>
              </a:defRPr>
            </a:lvl9pPr>
          </a:lstStyle>
          <a:p>
            <a:pPr algn="ctr">
              <a:defRPr sz="2400" b="1">
                <a:solidFill>
                  <a:srgbClr val="153A48"/>
                </a:solidFill>
                <a:latin typeface="DejaVu Sans"/>
                <a:ea typeface="DejaVu Sans"/>
                <a:cs typeface="DejaVu Sans"/>
              </a:defRPr>
            </a:pPr>
            <a:r>
              <a:rPr sz="2400" b="1" dirty="0" err="1">
                <a:solidFill>
                  <a:srgbClr val="153A48"/>
                </a:solidFill>
                <a:latin typeface="DejaVu Sans"/>
                <a:ea typeface="DejaVu Sans"/>
                <a:cs typeface="DejaVu Sans"/>
              </a:rPr>
              <a:t>Estimación</a:t>
            </a:r>
            <a:r>
              <a:rPr sz="2400" b="1" dirty="0">
                <a:solidFill>
                  <a:srgbClr val="153A48"/>
                </a:solidFill>
                <a:latin typeface="DejaVu Sans"/>
                <a:ea typeface="DejaVu Sans"/>
                <a:cs typeface="DejaVu Sans"/>
              </a:rPr>
              <a:t> del caudal medio </a:t>
            </a:r>
            <a:r>
              <a:rPr sz="2400" b="1" dirty="0" err="1">
                <a:solidFill>
                  <a:srgbClr val="153A48"/>
                </a:solidFill>
                <a:latin typeface="DejaVu Sans"/>
                <a:ea typeface="DejaVu Sans"/>
                <a:cs typeface="DejaVu Sans"/>
              </a:rPr>
              <a:t>diario</a:t>
            </a:r>
            <a:endParaRPr sz="2400" b="1" dirty="0">
              <a:solidFill>
                <a:srgbClr val="153A48"/>
              </a:solidFill>
              <a:latin typeface="DejaVu Sans"/>
              <a:ea typeface="DejaVu Sans"/>
              <a:cs typeface="DejaVu Sans"/>
            </a:endParaRPr>
          </a:p>
          <a:p>
            <a:pPr algn="ctr">
              <a:defRPr sz="2400" b="1">
                <a:solidFill>
                  <a:srgbClr val="153A48"/>
                </a:solidFill>
                <a:latin typeface="DejaVu Sans"/>
                <a:ea typeface="DejaVu Sans"/>
                <a:cs typeface="DejaVu Sans"/>
              </a:defRPr>
            </a:pPr>
            <a:r>
              <a:rPr sz="2400" b="1" dirty="0" err="1">
                <a:solidFill>
                  <a:srgbClr val="153A48"/>
                </a:solidFill>
                <a:latin typeface="DejaVu Sans"/>
                <a:ea typeface="DejaVu Sans"/>
                <a:cs typeface="DejaVu Sans"/>
              </a:rPr>
              <a:t>en</a:t>
            </a:r>
            <a:r>
              <a:rPr sz="2400" b="1" dirty="0">
                <a:solidFill>
                  <a:srgbClr val="153A48"/>
                </a:solidFill>
                <a:latin typeface="DejaVu Sans"/>
                <a:ea typeface="DejaVu Sans"/>
                <a:cs typeface="DejaVu Sans"/>
              </a:rPr>
              <a:t> </a:t>
            </a:r>
            <a:r>
              <a:rPr sz="2400" b="1" dirty="0" err="1">
                <a:solidFill>
                  <a:srgbClr val="153A48"/>
                </a:solidFill>
                <a:latin typeface="DejaVu Sans"/>
                <a:ea typeface="DejaVu Sans"/>
                <a:cs typeface="DejaVu Sans"/>
              </a:rPr>
              <a:t>cuencas</a:t>
            </a:r>
            <a:r>
              <a:rPr sz="2400" b="1" dirty="0">
                <a:solidFill>
                  <a:srgbClr val="153A48"/>
                </a:solidFill>
                <a:latin typeface="DejaVu Sans"/>
                <a:ea typeface="DejaVu Sans"/>
                <a:cs typeface="DejaVu Sans"/>
              </a:rPr>
              <a:t> de Colombia</a:t>
            </a:r>
          </a:p>
        </p:txBody>
      </p:sp>
      <p:pic>
        <p:nvPicPr>
          <p:cNvPr id="21" name="Picture 20">
            <a:extLst>
              <a:ext uri="{FF2B5EF4-FFF2-40B4-BE49-F238E27FC236}">
                <a16:creationId xmlns:a16="http://schemas.microsoft.com/office/drawing/2014/main" id="{68C1BDAB-AA3A-ABC1-B5C3-15BBAE9F60A8}"/>
              </a:ext>
            </a:extLst>
          </p:cNvPr>
          <p:cNvPicPr>
            <a:picLocks noChangeAspect="1"/>
          </p:cNvPicPr>
          <p:nvPr/>
        </p:nvPicPr>
        <p:blipFill>
          <a:blip r:embed="rId3"/>
          <a:srcRect/>
          <a:stretch>
            <a:fillRect/>
          </a:stretch>
        </p:blipFill>
        <p:spPr>
          <a:xfrm>
            <a:off x="397764" y="293370"/>
            <a:ext cx="1970532" cy="985266"/>
          </a:xfrm>
          <a:prstGeom prst="rect">
            <a:avLst/>
          </a:prstGeom>
        </p:spPr>
      </p:pic>
      <p:pic>
        <p:nvPicPr>
          <p:cNvPr id="23" name="Picture 22" descr="Universidad de los Andes (Colombia) Logo PNG, Vector (AI, EPS, CDR, PDF,  SVG) - iconLogoVector">
            <a:extLst>
              <a:ext uri="{FF2B5EF4-FFF2-40B4-BE49-F238E27FC236}">
                <a16:creationId xmlns:a16="http://schemas.microsoft.com/office/drawing/2014/main" id="{0ABDCA6D-D98A-B500-84C1-BBF096FAB708}"/>
              </a:ext>
            </a:extLst>
          </p:cNvPr>
          <p:cNvPicPr>
            <a:picLocks noChangeAspect="1"/>
          </p:cNvPicPr>
          <p:nvPr/>
        </p:nvPicPr>
        <p:blipFill>
          <a:blip r:embed="rId4"/>
          <a:srcRect t="32756" b="33289"/>
          <a:stretch>
            <a:fillRect/>
          </a:stretch>
        </p:blipFill>
        <p:spPr>
          <a:xfrm>
            <a:off x="9393936" y="378226"/>
            <a:ext cx="2401824" cy="815553"/>
          </a:xfrm>
          <a:prstGeom prst="rect">
            <a:avLst/>
          </a:prstGeom>
        </p:spPr>
      </p:pic>
    </p:spTree>
    <p:extLst>
      <p:ext uri="{BB962C8B-B14F-4D97-AF65-F5344CB8AC3E}">
        <p14:creationId xmlns:p14="http://schemas.microsoft.com/office/powerpoint/2010/main" val="33924249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A"/>
        </a:solidFill>
        <a:effectLst/>
      </p:bgPr>
    </p:bg>
    <p:spTree>
      <p:nvGrpSpPr>
        <p:cNvPr id="1" name=""/>
        <p:cNvGrpSpPr/>
        <p:nvPr/>
      </p:nvGrpSpPr>
      <p:grpSpPr>
        <a:xfrm>
          <a:off x="0" y="0"/>
          <a:ext cx="0" cy="0"/>
          <a:chOff x="0" y="0"/>
          <a:chExt cx="0" cy="0"/>
        </a:xfrm>
      </p:grpSpPr>
      <p:sp>
        <p:nvSpPr>
          <p:cNvPr id="12" name="text-0">
            <a:extLst>
              <a:ext uri="{FF2B5EF4-FFF2-40B4-BE49-F238E27FC236}">
                <a16:creationId xmlns:a16="http://schemas.microsoft.com/office/drawing/2014/main" id="{FBA9F125-4F11-4916-A69F-B33C32A28ADD}"/>
              </a:ext>
            </a:extLst>
          </p:cNvPr>
          <p:cNvSpPr>
            <a:spLocks noGrp="1"/>
          </p:cNvSpPr>
          <p:nvPr/>
        </p:nvSpPr>
        <p:spPr>
          <a:xfrm>
            <a:off x="609600" y="457200"/>
            <a:ext cx="10972800" cy="952500"/>
          </a:xfrm>
          <a:prstGeom prst="rect">
            <a:avLst/>
          </a:prstGeom>
          <a:noFill/>
          <a:ln w="0">
            <a:noFill/>
            <a:prstDash val="solid"/>
          </a:ln>
        </p:spPr>
        <p:txBody>
          <a:bodyPr lIns="0" tIns="0" rIns="0" bIns="0"/>
          <a:lstStyle>
            <a:defPPr>
              <a:defRPr sz="3300" b="1">
                <a:solidFill>
                  <a:srgbClr val="153A48"/>
                </a:solidFill>
                <a:latin typeface="DejaVu Sans"/>
                <a:ea typeface="DejaVu Sans"/>
                <a:cs typeface="DejaVu Sans"/>
              </a:defRPr>
            </a:defPPr>
            <a:lvl1pPr>
              <a:defRPr sz="3300" b="1">
                <a:solidFill>
                  <a:srgbClr val="153A48"/>
                </a:solidFill>
                <a:latin typeface="DejaVu Sans"/>
                <a:ea typeface="DejaVu Sans"/>
                <a:cs typeface="DejaVu Sans"/>
              </a:defRPr>
            </a:lvl1pPr>
            <a:lvl2pPr>
              <a:defRPr sz="3300" b="1">
                <a:solidFill>
                  <a:srgbClr val="153A48"/>
                </a:solidFill>
                <a:latin typeface="DejaVu Sans"/>
                <a:ea typeface="DejaVu Sans"/>
                <a:cs typeface="DejaVu Sans"/>
              </a:defRPr>
            </a:lvl2pPr>
            <a:lvl3pPr>
              <a:defRPr sz="3300" b="1">
                <a:solidFill>
                  <a:srgbClr val="153A48"/>
                </a:solidFill>
                <a:latin typeface="DejaVu Sans"/>
                <a:ea typeface="DejaVu Sans"/>
                <a:cs typeface="DejaVu Sans"/>
              </a:defRPr>
            </a:lvl3pPr>
            <a:lvl4pPr>
              <a:defRPr sz="3300" b="1">
                <a:solidFill>
                  <a:srgbClr val="153A48"/>
                </a:solidFill>
                <a:latin typeface="DejaVu Sans"/>
                <a:ea typeface="DejaVu Sans"/>
                <a:cs typeface="DejaVu Sans"/>
              </a:defRPr>
            </a:lvl4pPr>
            <a:lvl5pPr>
              <a:defRPr sz="3300" b="1">
                <a:solidFill>
                  <a:srgbClr val="153A48"/>
                </a:solidFill>
                <a:latin typeface="DejaVu Sans"/>
                <a:ea typeface="DejaVu Sans"/>
                <a:cs typeface="DejaVu Sans"/>
              </a:defRPr>
            </a:lvl5pPr>
            <a:lvl6pPr>
              <a:defRPr sz="3300" b="1">
                <a:solidFill>
                  <a:srgbClr val="153A48"/>
                </a:solidFill>
                <a:latin typeface="DejaVu Sans"/>
                <a:ea typeface="DejaVu Sans"/>
                <a:cs typeface="DejaVu Sans"/>
              </a:defRPr>
            </a:lvl6pPr>
            <a:lvl7pPr>
              <a:defRPr sz="3300" b="1">
                <a:solidFill>
                  <a:srgbClr val="153A48"/>
                </a:solidFill>
                <a:latin typeface="DejaVu Sans"/>
                <a:ea typeface="DejaVu Sans"/>
                <a:cs typeface="DejaVu Sans"/>
              </a:defRPr>
            </a:lvl7pPr>
            <a:lvl8pPr>
              <a:defRPr sz="3300" b="1">
                <a:solidFill>
                  <a:srgbClr val="153A48"/>
                </a:solidFill>
                <a:latin typeface="DejaVu Sans"/>
                <a:ea typeface="DejaVu Sans"/>
                <a:cs typeface="DejaVu Sans"/>
              </a:defRPr>
            </a:lvl8pPr>
            <a:lvl9pPr>
              <a:defRPr sz="3300" b="1">
                <a:solidFill>
                  <a:srgbClr val="153A48"/>
                </a:solidFill>
                <a:latin typeface="DejaVu Sans"/>
                <a:ea typeface="DejaVu Sans"/>
                <a:cs typeface="DejaVu Sans"/>
              </a:defRPr>
            </a:lvl9pPr>
          </a:lstStyle>
          <a:p>
            <a:pPr>
              <a:defRPr sz="3300" b="1">
                <a:solidFill>
                  <a:srgbClr val="153A48"/>
                </a:solidFill>
                <a:latin typeface="DejaVu Sans"/>
                <a:ea typeface="DejaVu Sans"/>
                <a:cs typeface="DejaVu Sans"/>
              </a:defRPr>
            </a:pPr>
            <a:r>
              <a:rPr sz="3300" b="1">
                <a:solidFill>
                  <a:srgbClr val="153A48"/>
                </a:solidFill>
                <a:latin typeface="DejaVu Sans"/>
                <a:ea typeface="DejaVu Sans"/>
                <a:cs typeface="DejaVu Sans"/>
              </a:rPr>
              <a:t>Caudal-COL</a:t>
            </a:r>
          </a:p>
        </p:txBody>
      </p:sp>
      <p:sp>
        <p:nvSpPr>
          <p:cNvPr id="2" name="text-1">
            <a:extLst>
              <a:ext uri="{FF2B5EF4-FFF2-40B4-BE49-F238E27FC236}">
                <a16:creationId xmlns:a16="http://schemas.microsoft.com/office/drawing/2014/main" id="{AE620445-D7EA-43C7-9246-C05DF48C32D2}"/>
              </a:ext>
            </a:extLst>
          </p:cNvPr>
          <p:cNvSpPr>
            <a:spLocks noGrp="1"/>
          </p:cNvSpPr>
          <p:nvPr/>
        </p:nvSpPr>
        <p:spPr>
          <a:xfrm>
            <a:off x="609600" y="6419850"/>
            <a:ext cx="8096250" cy="238125"/>
          </a:xfrm>
          <a:prstGeom prst="rect">
            <a:avLst/>
          </a:prstGeom>
          <a:noFill/>
          <a:ln w="0">
            <a:noFill/>
            <a:prstDash val="solid"/>
          </a:ln>
        </p:spPr>
        <p:txBody>
          <a:bodyPr lIns="0" tIns="0" rIns="0" bIns="0"/>
          <a:lstStyle>
            <a:defPPr>
              <a:defRPr sz="1200" b="0">
                <a:solidFill>
                  <a:srgbClr val="597079"/>
                </a:solidFill>
                <a:latin typeface="DejaVu Sans"/>
                <a:ea typeface="DejaVu Sans"/>
                <a:cs typeface="DejaVu Sans"/>
              </a:defRPr>
            </a:defPPr>
            <a:lvl1pPr>
              <a:defRPr sz="1200" b="0">
                <a:solidFill>
                  <a:srgbClr val="597079"/>
                </a:solidFill>
                <a:latin typeface="DejaVu Sans"/>
                <a:ea typeface="DejaVu Sans"/>
                <a:cs typeface="DejaVu Sans"/>
              </a:defRPr>
            </a:lvl1pPr>
            <a:lvl2pPr>
              <a:defRPr sz="1200" b="0">
                <a:solidFill>
                  <a:srgbClr val="597079"/>
                </a:solidFill>
                <a:latin typeface="DejaVu Sans"/>
                <a:ea typeface="DejaVu Sans"/>
                <a:cs typeface="DejaVu Sans"/>
              </a:defRPr>
            </a:lvl2pPr>
            <a:lvl3pPr>
              <a:defRPr sz="1200" b="0">
                <a:solidFill>
                  <a:srgbClr val="597079"/>
                </a:solidFill>
                <a:latin typeface="DejaVu Sans"/>
                <a:ea typeface="DejaVu Sans"/>
                <a:cs typeface="DejaVu Sans"/>
              </a:defRPr>
            </a:lvl3pPr>
            <a:lvl4pPr>
              <a:defRPr sz="1200" b="0">
                <a:solidFill>
                  <a:srgbClr val="597079"/>
                </a:solidFill>
                <a:latin typeface="DejaVu Sans"/>
                <a:ea typeface="DejaVu Sans"/>
                <a:cs typeface="DejaVu Sans"/>
              </a:defRPr>
            </a:lvl4pPr>
            <a:lvl5pPr>
              <a:defRPr sz="1200" b="0">
                <a:solidFill>
                  <a:srgbClr val="597079"/>
                </a:solidFill>
                <a:latin typeface="DejaVu Sans"/>
                <a:ea typeface="DejaVu Sans"/>
                <a:cs typeface="DejaVu Sans"/>
              </a:defRPr>
            </a:lvl5pPr>
            <a:lvl6pPr>
              <a:defRPr sz="1200" b="0">
                <a:solidFill>
                  <a:srgbClr val="597079"/>
                </a:solidFill>
                <a:latin typeface="DejaVu Sans"/>
                <a:ea typeface="DejaVu Sans"/>
                <a:cs typeface="DejaVu Sans"/>
              </a:defRPr>
            </a:lvl6pPr>
            <a:lvl7pPr>
              <a:defRPr sz="1200" b="0">
                <a:solidFill>
                  <a:srgbClr val="597079"/>
                </a:solidFill>
                <a:latin typeface="DejaVu Sans"/>
                <a:ea typeface="DejaVu Sans"/>
                <a:cs typeface="DejaVu Sans"/>
              </a:defRPr>
            </a:lvl7pPr>
            <a:lvl8pPr>
              <a:defRPr sz="1200" b="0">
                <a:solidFill>
                  <a:srgbClr val="597079"/>
                </a:solidFill>
                <a:latin typeface="DejaVu Sans"/>
                <a:ea typeface="DejaVu Sans"/>
                <a:cs typeface="DejaVu Sans"/>
              </a:defRPr>
            </a:lvl8pPr>
            <a:lvl9pPr>
              <a:defRPr sz="1200" b="0">
                <a:solidFill>
                  <a:srgbClr val="597079"/>
                </a:solidFill>
                <a:latin typeface="DejaVu Sans"/>
                <a:ea typeface="DejaVu Sans"/>
                <a:cs typeface="DejaVu Sans"/>
              </a:defRPr>
            </a:lvl9pPr>
          </a:lstStyle>
          <a:p>
            <a:pPr>
              <a:defRPr sz="1200" b="0">
                <a:solidFill>
                  <a:srgbClr val="597079"/>
                </a:solidFill>
                <a:latin typeface="DejaVu Sans"/>
                <a:ea typeface="DejaVu Sans"/>
                <a:cs typeface="DejaVu Sans"/>
              </a:defRPr>
            </a:pPr>
            <a:r>
              <a:rPr sz="1200" b="0">
                <a:solidFill>
                  <a:srgbClr val="597079"/>
                </a:solidFill>
                <a:latin typeface="DejaVu Sans"/>
                <a:ea typeface="DejaVu Sans"/>
                <a:cs typeface="DejaVu Sans"/>
              </a:rPr>
              <a:t>CAUDAL-COL   /   Primera entrega</a:t>
            </a:r>
          </a:p>
        </p:txBody>
      </p:sp>
      <p:sp>
        <p:nvSpPr>
          <p:cNvPr id="3" name="text-2">
            <a:extLst>
              <a:ext uri="{FF2B5EF4-FFF2-40B4-BE49-F238E27FC236}">
                <a16:creationId xmlns:a16="http://schemas.microsoft.com/office/drawing/2014/main" id="{8F1322A4-E261-4A90-88FF-6ACB75661C9F}"/>
              </a:ext>
            </a:extLst>
          </p:cNvPr>
          <p:cNvSpPr>
            <a:spLocks noGrp="1"/>
          </p:cNvSpPr>
          <p:nvPr/>
        </p:nvSpPr>
        <p:spPr>
          <a:xfrm>
            <a:off x="10668000" y="6419850"/>
            <a:ext cx="952500" cy="238125"/>
          </a:xfrm>
          <a:prstGeom prst="rect">
            <a:avLst/>
          </a:prstGeom>
          <a:noFill/>
          <a:ln w="0">
            <a:noFill/>
            <a:prstDash val="solid"/>
          </a:ln>
        </p:spPr>
        <p:txBody>
          <a:bodyPr lIns="0" tIns="0" rIns="0" bIns="0"/>
          <a:lstStyle>
            <a:defPPr>
              <a:defRPr sz="1200" b="0">
                <a:solidFill>
                  <a:srgbClr val="597079"/>
                </a:solidFill>
                <a:latin typeface="DejaVu Sans"/>
                <a:ea typeface="DejaVu Sans"/>
                <a:cs typeface="DejaVu Sans"/>
              </a:defRPr>
            </a:defPPr>
            <a:lvl1pPr>
              <a:defRPr sz="1200" b="0">
                <a:solidFill>
                  <a:srgbClr val="597079"/>
                </a:solidFill>
                <a:latin typeface="DejaVu Sans"/>
                <a:ea typeface="DejaVu Sans"/>
                <a:cs typeface="DejaVu Sans"/>
              </a:defRPr>
            </a:lvl1pPr>
            <a:lvl2pPr>
              <a:defRPr sz="1200" b="0">
                <a:solidFill>
                  <a:srgbClr val="597079"/>
                </a:solidFill>
                <a:latin typeface="DejaVu Sans"/>
                <a:ea typeface="DejaVu Sans"/>
                <a:cs typeface="DejaVu Sans"/>
              </a:defRPr>
            </a:lvl2pPr>
            <a:lvl3pPr>
              <a:defRPr sz="1200" b="0">
                <a:solidFill>
                  <a:srgbClr val="597079"/>
                </a:solidFill>
                <a:latin typeface="DejaVu Sans"/>
                <a:ea typeface="DejaVu Sans"/>
                <a:cs typeface="DejaVu Sans"/>
              </a:defRPr>
            </a:lvl3pPr>
            <a:lvl4pPr>
              <a:defRPr sz="1200" b="0">
                <a:solidFill>
                  <a:srgbClr val="597079"/>
                </a:solidFill>
                <a:latin typeface="DejaVu Sans"/>
                <a:ea typeface="DejaVu Sans"/>
                <a:cs typeface="DejaVu Sans"/>
              </a:defRPr>
            </a:lvl4pPr>
            <a:lvl5pPr>
              <a:defRPr sz="1200" b="0">
                <a:solidFill>
                  <a:srgbClr val="597079"/>
                </a:solidFill>
                <a:latin typeface="DejaVu Sans"/>
                <a:ea typeface="DejaVu Sans"/>
                <a:cs typeface="DejaVu Sans"/>
              </a:defRPr>
            </a:lvl5pPr>
            <a:lvl6pPr>
              <a:defRPr sz="1200" b="0">
                <a:solidFill>
                  <a:srgbClr val="597079"/>
                </a:solidFill>
                <a:latin typeface="DejaVu Sans"/>
                <a:ea typeface="DejaVu Sans"/>
                <a:cs typeface="DejaVu Sans"/>
              </a:defRPr>
            </a:lvl6pPr>
            <a:lvl7pPr>
              <a:defRPr sz="1200" b="0">
                <a:solidFill>
                  <a:srgbClr val="597079"/>
                </a:solidFill>
                <a:latin typeface="DejaVu Sans"/>
                <a:ea typeface="DejaVu Sans"/>
                <a:cs typeface="DejaVu Sans"/>
              </a:defRPr>
            </a:lvl7pPr>
            <a:lvl8pPr>
              <a:defRPr sz="1200" b="0">
                <a:solidFill>
                  <a:srgbClr val="597079"/>
                </a:solidFill>
                <a:latin typeface="DejaVu Sans"/>
                <a:ea typeface="DejaVu Sans"/>
                <a:cs typeface="DejaVu Sans"/>
              </a:defRPr>
            </a:lvl8pPr>
            <a:lvl9pPr>
              <a:defRPr sz="1200" b="0">
                <a:solidFill>
                  <a:srgbClr val="597079"/>
                </a:solidFill>
                <a:latin typeface="DejaVu Sans"/>
                <a:ea typeface="DejaVu Sans"/>
                <a:cs typeface="DejaVu Sans"/>
              </a:defRPr>
            </a:lvl9pPr>
          </a:lstStyle>
          <a:p>
            <a:pPr>
              <a:defRPr sz="1200" b="0">
                <a:solidFill>
                  <a:srgbClr val="597079"/>
                </a:solidFill>
                <a:latin typeface="DejaVu Sans"/>
                <a:ea typeface="DejaVu Sans"/>
                <a:cs typeface="DejaVu Sans"/>
              </a:defRPr>
            </a:pPr>
            <a:r>
              <a:rPr sz="1200" b="0">
                <a:solidFill>
                  <a:srgbClr val="597079"/>
                </a:solidFill>
                <a:latin typeface="DejaVu Sans"/>
                <a:ea typeface="DejaVu Sans"/>
                <a:cs typeface="DejaVu Sans"/>
              </a:rPr>
              <a:t>1 / 4</a:t>
            </a:r>
          </a:p>
        </p:txBody>
      </p:sp>
      <p:sp>
        <p:nvSpPr>
          <p:cNvPr id="4" name="text-3">
            <a:extLst>
              <a:ext uri="{FF2B5EF4-FFF2-40B4-BE49-F238E27FC236}">
                <a16:creationId xmlns:a16="http://schemas.microsoft.com/office/drawing/2014/main" id="{C8061369-FBA9-4595-9216-D337AF3A7BEB}"/>
              </a:ext>
            </a:extLst>
          </p:cNvPr>
          <p:cNvSpPr>
            <a:spLocks noGrp="1"/>
          </p:cNvSpPr>
          <p:nvPr/>
        </p:nvSpPr>
        <p:spPr>
          <a:xfrm>
            <a:off x="609600" y="1428750"/>
            <a:ext cx="4857750" cy="952500"/>
          </a:xfrm>
          <a:prstGeom prst="rect">
            <a:avLst/>
          </a:prstGeom>
          <a:noFill/>
          <a:ln w="0">
            <a:noFill/>
            <a:prstDash val="solid"/>
          </a:ln>
        </p:spPr>
        <p:txBody>
          <a:bodyPr lIns="0" tIns="0" rIns="0" bIns="0"/>
          <a:lstStyle>
            <a:defPPr>
              <a:defRPr sz="2400" b="1">
                <a:solidFill>
                  <a:srgbClr val="153A48"/>
                </a:solidFill>
                <a:latin typeface="DejaVu Sans"/>
                <a:ea typeface="DejaVu Sans"/>
                <a:cs typeface="DejaVu Sans"/>
              </a:defRPr>
            </a:defPPr>
            <a:lvl1pPr>
              <a:defRPr sz="2400" b="1">
                <a:solidFill>
                  <a:srgbClr val="153A48"/>
                </a:solidFill>
                <a:latin typeface="DejaVu Sans"/>
                <a:ea typeface="DejaVu Sans"/>
                <a:cs typeface="DejaVu Sans"/>
              </a:defRPr>
            </a:lvl1pPr>
            <a:lvl2pPr>
              <a:defRPr sz="2400" b="1">
                <a:solidFill>
                  <a:srgbClr val="153A48"/>
                </a:solidFill>
                <a:latin typeface="DejaVu Sans"/>
                <a:ea typeface="DejaVu Sans"/>
                <a:cs typeface="DejaVu Sans"/>
              </a:defRPr>
            </a:lvl2pPr>
            <a:lvl3pPr>
              <a:defRPr sz="2400" b="1">
                <a:solidFill>
                  <a:srgbClr val="153A48"/>
                </a:solidFill>
                <a:latin typeface="DejaVu Sans"/>
                <a:ea typeface="DejaVu Sans"/>
                <a:cs typeface="DejaVu Sans"/>
              </a:defRPr>
            </a:lvl3pPr>
            <a:lvl4pPr>
              <a:defRPr sz="2400" b="1">
                <a:solidFill>
                  <a:srgbClr val="153A48"/>
                </a:solidFill>
                <a:latin typeface="DejaVu Sans"/>
                <a:ea typeface="DejaVu Sans"/>
                <a:cs typeface="DejaVu Sans"/>
              </a:defRPr>
            </a:lvl4pPr>
            <a:lvl5pPr>
              <a:defRPr sz="2400" b="1">
                <a:solidFill>
                  <a:srgbClr val="153A48"/>
                </a:solidFill>
                <a:latin typeface="DejaVu Sans"/>
                <a:ea typeface="DejaVu Sans"/>
                <a:cs typeface="DejaVu Sans"/>
              </a:defRPr>
            </a:lvl5pPr>
            <a:lvl6pPr>
              <a:defRPr sz="2400" b="1">
                <a:solidFill>
                  <a:srgbClr val="153A48"/>
                </a:solidFill>
                <a:latin typeface="DejaVu Sans"/>
                <a:ea typeface="DejaVu Sans"/>
                <a:cs typeface="DejaVu Sans"/>
              </a:defRPr>
            </a:lvl6pPr>
            <a:lvl7pPr>
              <a:defRPr sz="2400" b="1">
                <a:solidFill>
                  <a:srgbClr val="153A48"/>
                </a:solidFill>
                <a:latin typeface="DejaVu Sans"/>
                <a:ea typeface="DejaVu Sans"/>
                <a:cs typeface="DejaVu Sans"/>
              </a:defRPr>
            </a:lvl7pPr>
            <a:lvl8pPr>
              <a:defRPr sz="2400" b="1">
                <a:solidFill>
                  <a:srgbClr val="153A48"/>
                </a:solidFill>
                <a:latin typeface="DejaVu Sans"/>
                <a:ea typeface="DejaVu Sans"/>
                <a:cs typeface="DejaVu Sans"/>
              </a:defRPr>
            </a:lvl8pPr>
            <a:lvl9pPr>
              <a:defRPr sz="2400" b="1">
                <a:solidFill>
                  <a:srgbClr val="153A48"/>
                </a:solidFill>
                <a:latin typeface="DejaVu Sans"/>
                <a:ea typeface="DejaVu Sans"/>
                <a:cs typeface="DejaVu Sans"/>
              </a:defRPr>
            </a:lvl9pPr>
          </a:lstStyle>
          <a:p>
            <a:pPr>
              <a:defRPr sz="2400" b="1">
                <a:solidFill>
                  <a:srgbClr val="153A48"/>
                </a:solidFill>
                <a:latin typeface="DejaVu Sans"/>
                <a:ea typeface="DejaVu Sans"/>
                <a:cs typeface="DejaVu Sans"/>
              </a:defRPr>
            </a:pPr>
            <a:r>
              <a:rPr sz="2400" b="1">
                <a:solidFill>
                  <a:srgbClr val="153A48"/>
                </a:solidFill>
                <a:latin typeface="DejaVu Sans"/>
                <a:ea typeface="DejaVu Sans"/>
                <a:cs typeface="DejaVu Sans"/>
              </a:rPr>
              <a:t>Estimación del caudal medio diario</a:t>
            </a:r>
          </a:p>
          <a:p>
            <a:pPr>
              <a:defRPr sz="2400" b="1">
                <a:solidFill>
                  <a:srgbClr val="153A48"/>
                </a:solidFill>
                <a:latin typeface="DejaVu Sans"/>
                <a:ea typeface="DejaVu Sans"/>
                <a:cs typeface="DejaVu Sans"/>
              </a:defRPr>
            </a:pPr>
            <a:r>
              <a:rPr sz="2400" b="1">
                <a:solidFill>
                  <a:srgbClr val="153A48"/>
                </a:solidFill>
                <a:latin typeface="DejaVu Sans"/>
                <a:ea typeface="DejaVu Sans"/>
                <a:cs typeface="DejaVu Sans"/>
              </a:rPr>
              <a:t>en cuencas de Colombia</a:t>
            </a:r>
          </a:p>
        </p:txBody>
      </p:sp>
      <p:sp>
        <p:nvSpPr>
          <p:cNvPr id="5" name="text-4">
            <a:extLst>
              <a:ext uri="{FF2B5EF4-FFF2-40B4-BE49-F238E27FC236}">
                <a16:creationId xmlns:a16="http://schemas.microsoft.com/office/drawing/2014/main" id="{AAD07419-2D27-430B-BF83-270982D5D985}"/>
              </a:ext>
            </a:extLst>
          </p:cNvPr>
          <p:cNvSpPr>
            <a:spLocks noGrp="1"/>
          </p:cNvSpPr>
          <p:nvPr/>
        </p:nvSpPr>
        <p:spPr>
          <a:xfrm>
            <a:off x="609600" y="2781300"/>
            <a:ext cx="4476750" cy="333375"/>
          </a:xfrm>
          <a:prstGeom prst="rect">
            <a:avLst/>
          </a:prstGeom>
          <a:noFill/>
          <a:ln w="0">
            <a:noFill/>
            <a:prstDash val="solid"/>
          </a:ln>
        </p:spPr>
        <p:txBody>
          <a:bodyPr lIns="0" tIns="0" rIns="0" bIns="0"/>
          <a:lstStyle>
            <a:defPPr>
              <a:defRPr sz="1725" b="1">
                <a:solidFill>
                  <a:srgbClr val="087E8B"/>
                </a:solidFill>
                <a:latin typeface="DejaVu Sans"/>
                <a:ea typeface="DejaVu Sans"/>
                <a:cs typeface="DejaVu Sans"/>
              </a:defRPr>
            </a:defPPr>
            <a:lvl1pPr>
              <a:defRPr sz="1725" b="1">
                <a:solidFill>
                  <a:srgbClr val="087E8B"/>
                </a:solidFill>
                <a:latin typeface="DejaVu Sans"/>
                <a:ea typeface="DejaVu Sans"/>
                <a:cs typeface="DejaVu Sans"/>
              </a:defRPr>
            </a:lvl1pPr>
            <a:lvl2pPr>
              <a:defRPr sz="1725" b="1">
                <a:solidFill>
                  <a:srgbClr val="087E8B"/>
                </a:solidFill>
                <a:latin typeface="DejaVu Sans"/>
                <a:ea typeface="DejaVu Sans"/>
                <a:cs typeface="DejaVu Sans"/>
              </a:defRPr>
            </a:lvl2pPr>
            <a:lvl3pPr>
              <a:defRPr sz="1725" b="1">
                <a:solidFill>
                  <a:srgbClr val="087E8B"/>
                </a:solidFill>
                <a:latin typeface="DejaVu Sans"/>
                <a:ea typeface="DejaVu Sans"/>
                <a:cs typeface="DejaVu Sans"/>
              </a:defRPr>
            </a:lvl3pPr>
            <a:lvl4pPr>
              <a:defRPr sz="1725" b="1">
                <a:solidFill>
                  <a:srgbClr val="087E8B"/>
                </a:solidFill>
                <a:latin typeface="DejaVu Sans"/>
                <a:ea typeface="DejaVu Sans"/>
                <a:cs typeface="DejaVu Sans"/>
              </a:defRPr>
            </a:lvl4pPr>
            <a:lvl5pPr>
              <a:defRPr sz="1725" b="1">
                <a:solidFill>
                  <a:srgbClr val="087E8B"/>
                </a:solidFill>
                <a:latin typeface="DejaVu Sans"/>
                <a:ea typeface="DejaVu Sans"/>
                <a:cs typeface="DejaVu Sans"/>
              </a:defRPr>
            </a:lvl5pPr>
            <a:lvl6pPr>
              <a:defRPr sz="1725" b="1">
                <a:solidFill>
                  <a:srgbClr val="087E8B"/>
                </a:solidFill>
                <a:latin typeface="DejaVu Sans"/>
                <a:ea typeface="DejaVu Sans"/>
                <a:cs typeface="DejaVu Sans"/>
              </a:defRPr>
            </a:lvl6pPr>
            <a:lvl7pPr>
              <a:defRPr sz="1725" b="1">
                <a:solidFill>
                  <a:srgbClr val="087E8B"/>
                </a:solidFill>
                <a:latin typeface="DejaVu Sans"/>
                <a:ea typeface="DejaVu Sans"/>
                <a:cs typeface="DejaVu Sans"/>
              </a:defRPr>
            </a:lvl7pPr>
            <a:lvl8pPr>
              <a:defRPr sz="1725" b="1">
                <a:solidFill>
                  <a:srgbClr val="087E8B"/>
                </a:solidFill>
                <a:latin typeface="DejaVu Sans"/>
                <a:ea typeface="DejaVu Sans"/>
                <a:cs typeface="DejaVu Sans"/>
              </a:defRPr>
            </a:lvl8pPr>
            <a:lvl9pPr>
              <a:defRPr sz="1725" b="1">
                <a:solidFill>
                  <a:srgbClr val="087E8B"/>
                </a:solidFill>
                <a:latin typeface="DejaVu Sans"/>
                <a:ea typeface="DejaVu Sans"/>
                <a:cs typeface="DejaVu Sans"/>
              </a:defRPr>
            </a:lvl9pPr>
          </a:lstStyle>
          <a:p>
            <a:pPr>
              <a:defRPr sz="1725" b="1">
                <a:solidFill>
                  <a:srgbClr val="087E8B"/>
                </a:solidFill>
                <a:latin typeface="DejaVu Sans"/>
                <a:ea typeface="DejaVu Sans"/>
                <a:cs typeface="DejaVu Sans"/>
              </a:defRPr>
            </a:pPr>
            <a:r>
              <a:rPr sz="1725" b="1">
                <a:solidFill>
                  <a:srgbClr val="087E8B"/>
                </a:solidFill>
                <a:latin typeface="DejaVu Sans"/>
                <a:ea typeface="DejaVu Sans"/>
                <a:cs typeface="DejaVu Sans"/>
              </a:rPr>
              <a:t>Problema</a:t>
            </a:r>
          </a:p>
        </p:txBody>
      </p:sp>
      <p:sp>
        <p:nvSpPr>
          <p:cNvPr id="6" name="text-5">
            <a:extLst>
              <a:ext uri="{FF2B5EF4-FFF2-40B4-BE49-F238E27FC236}">
                <a16:creationId xmlns:a16="http://schemas.microsoft.com/office/drawing/2014/main" id="{31340256-CDA6-4F7A-980C-E1D957AB4DCD}"/>
              </a:ext>
            </a:extLst>
          </p:cNvPr>
          <p:cNvSpPr>
            <a:spLocks noGrp="1"/>
          </p:cNvSpPr>
          <p:nvPr/>
        </p:nvSpPr>
        <p:spPr>
          <a:xfrm>
            <a:off x="609600" y="3238500"/>
            <a:ext cx="4524375" cy="809625"/>
          </a:xfrm>
          <a:prstGeom prst="rect">
            <a:avLst/>
          </a:prstGeom>
          <a:noFill/>
          <a:ln w="0">
            <a:noFill/>
            <a:prstDash val="solid"/>
          </a:ln>
        </p:spPr>
        <p:txBody>
          <a:bodyPr lIns="0" tIns="0" rIns="0" bIns="0"/>
          <a:lstStyle>
            <a:defPPr>
              <a:defRPr sz="2100" b="0">
                <a:solidFill>
                  <a:srgbClr val="153A48"/>
                </a:solidFill>
                <a:latin typeface="DejaVu Sans"/>
                <a:ea typeface="DejaVu Sans"/>
                <a:cs typeface="DejaVu Sans"/>
              </a:defRPr>
            </a:defPPr>
            <a:lvl1pPr>
              <a:defRPr sz="2100" b="0">
                <a:solidFill>
                  <a:srgbClr val="153A48"/>
                </a:solidFill>
                <a:latin typeface="DejaVu Sans"/>
                <a:ea typeface="DejaVu Sans"/>
                <a:cs typeface="DejaVu Sans"/>
              </a:defRPr>
            </a:lvl1pPr>
            <a:lvl2pPr>
              <a:defRPr sz="2100" b="0">
                <a:solidFill>
                  <a:srgbClr val="153A48"/>
                </a:solidFill>
                <a:latin typeface="DejaVu Sans"/>
                <a:ea typeface="DejaVu Sans"/>
                <a:cs typeface="DejaVu Sans"/>
              </a:defRPr>
            </a:lvl2pPr>
            <a:lvl3pPr>
              <a:defRPr sz="2100" b="0">
                <a:solidFill>
                  <a:srgbClr val="153A48"/>
                </a:solidFill>
                <a:latin typeface="DejaVu Sans"/>
                <a:ea typeface="DejaVu Sans"/>
                <a:cs typeface="DejaVu Sans"/>
              </a:defRPr>
            </a:lvl3pPr>
            <a:lvl4pPr>
              <a:defRPr sz="2100" b="0">
                <a:solidFill>
                  <a:srgbClr val="153A48"/>
                </a:solidFill>
                <a:latin typeface="DejaVu Sans"/>
                <a:ea typeface="DejaVu Sans"/>
                <a:cs typeface="DejaVu Sans"/>
              </a:defRPr>
            </a:lvl4pPr>
            <a:lvl5pPr>
              <a:defRPr sz="2100" b="0">
                <a:solidFill>
                  <a:srgbClr val="153A48"/>
                </a:solidFill>
                <a:latin typeface="DejaVu Sans"/>
                <a:ea typeface="DejaVu Sans"/>
                <a:cs typeface="DejaVu Sans"/>
              </a:defRPr>
            </a:lvl5pPr>
            <a:lvl6pPr>
              <a:defRPr sz="2100" b="0">
                <a:solidFill>
                  <a:srgbClr val="153A48"/>
                </a:solidFill>
                <a:latin typeface="DejaVu Sans"/>
                <a:ea typeface="DejaVu Sans"/>
                <a:cs typeface="DejaVu Sans"/>
              </a:defRPr>
            </a:lvl6pPr>
            <a:lvl7pPr>
              <a:defRPr sz="2100" b="0">
                <a:solidFill>
                  <a:srgbClr val="153A48"/>
                </a:solidFill>
                <a:latin typeface="DejaVu Sans"/>
                <a:ea typeface="DejaVu Sans"/>
                <a:cs typeface="DejaVu Sans"/>
              </a:defRPr>
            </a:lvl7pPr>
            <a:lvl8pPr>
              <a:defRPr sz="2100" b="0">
                <a:solidFill>
                  <a:srgbClr val="153A48"/>
                </a:solidFill>
                <a:latin typeface="DejaVu Sans"/>
                <a:ea typeface="DejaVu Sans"/>
                <a:cs typeface="DejaVu Sans"/>
              </a:defRPr>
            </a:lvl8pPr>
            <a:lvl9pPr>
              <a:defRPr sz="2100" b="0">
                <a:solidFill>
                  <a:srgbClr val="153A48"/>
                </a:solidFill>
                <a:latin typeface="DejaVu Sans"/>
                <a:ea typeface="DejaVu Sans"/>
                <a:cs typeface="DejaVu Sans"/>
              </a:defRPr>
            </a:lvl9pPr>
          </a:lstStyle>
          <a:p>
            <a:pPr>
              <a:defRPr sz="2100" b="0">
                <a:solidFill>
                  <a:srgbClr val="153A48"/>
                </a:solidFill>
                <a:latin typeface="DejaVu Sans"/>
                <a:ea typeface="DejaVu Sans"/>
                <a:cs typeface="DejaVu Sans"/>
              </a:defRPr>
            </a:pPr>
            <a:r>
              <a:rPr sz="2100" b="0" dirty="0">
                <a:solidFill>
                  <a:srgbClr val="153A48"/>
                </a:solidFill>
                <a:latin typeface="DejaVu Sans"/>
                <a:ea typeface="DejaVu Sans"/>
                <a:cs typeface="DejaVu Sans"/>
              </a:rPr>
              <a:t>Cuencas sin </a:t>
            </a:r>
            <a:r>
              <a:rPr sz="2100" b="0" dirty="0" err="1">
                <a:solidFill>
                  <a:srgbClr val="153A48"/>
                </a:solidFill>
                <a:latin typeface="DejaVu Sans"/>
                <a:ea typeface="DejaVu Sans"/>
                <a:cs typeface="DejaVu Sans"/>
              </a:rPr>
              <a:t>estación</a:t>
            </a:r>
            <a:r>
              <a:rPr sz="2100" b="0" dirty="0">
                <a:solidFill>
                  <a:srgbClr val="153A48"/>
                </a:solidFill>
                <a:latin typeface="DejaVu Sans"/>
                <a:ea typeface="DejaVu Sans"/>
                <a:cs typeface="DejaVu Sans"/>
              </a:rPr>
              <a:t> y </a:t>
            </a:r>
            <a:r>
              <a:rPr sz="2100" b="0" dirty="0" err="1">
                <a:solidFill>
                  <a:srgbClr val="153A48"/>
                </a:solidFill>
                <a:latin typeface="DejaVu Sans"/>
                <a:ea typeface="DejaVu Sans"/>
                <a:cs typeface="DejaVu Sans"/>
              </a:rPr>
              <a:t>registros</a:t>
            </a:r>
            <a:endParaRPr sz="2100" b="0" dirty="0">
              <a:solidFill>
                <a:srgbClr val="153A48"/>
              </a:solidFill>
              <a:latin typeface="DejaVu Sans"/>
              <a:ea typeface="DejaVu Sans"/>
              <a:cs typeface="DejaVu Sans"/>
            </a:endParaRPr>
          </a:p>
          <a:p>
            <a:pPr>
              <a:defRPr sz="2100" b="0">
                <a:solidFill>
                  <a:srgbClr val="153A48"/>
                </a:solidFill>
                <a:latin typeface="DejaVu Sans"/>
                <a:ea typeface="DejaVu Sans"/>
                <a:cs typeface="DejaVu Sans"/>
              </a:defRPr>
            </a:pPr>
            <a:r>
              <a:rPr sz="2100" b="0" dirty="0">
                <a:solidFill>
                  <a:srgbClr val="153A48"/>
                </a:solidFill>
                <a:latin typeface="DejaVu Sans"/>
                <a:ea typeface="DejaVu Sans"/>
                <a:cs typeface="DejaVu Sans"/>
              </a:rPr>
              <a:t>con </a:t>
            </a:r>
            <a:r>
              <a:rPr sz="2100" b="0" dirty="0" err="1">
                <a:solidFill>
                  <a:srgbClr val="153A48"/>
                </a:solidFill>
                <a:latin typeface="DejaVu Sans"/>
                <a:ea typeface="DejaVu Sans"/>
                <a:cs typeface="DejaVu Sans"/>
              </a:rPr>
              <a:t>interrupciones</a:t>
            </a:r>
            <a:endParaRPr sz="2100" b="0" dirty="0">
              <a:solidFill>
                <a:srgbClr val="153A48"/>
              </a:solidFill>
              <a:latin typeface="DejaVu Sans"/>
              <a:ea typeface="DejaVu Sans"/>
              <a:cs typeface="DejaVu Sans"/>
            </a:endParaRPr>
          </a:p>
        </p:txBody>
      </p:sp>
      <p:sp>
        <p:nvSpPr>
          <p:cNvPr id="7" name="text-6">
            <a:extLst>
              <a:ext uri="{FF2B5EF4-FFF2-40B4-BE49-F238E27FC236}">
                <a16:creationId xmlns:a16="http://schemas.microsoft.com/office/drawing/2014/main" id="{90C7AD57-BCD7-4444-B1A1-C5757B25E2E9}"/>
              </a:ext>
            </a:extLst>
          </p:cNvPr>
          <p:cNvSpPr>
            <a:spLocks noGrp="1"/>
          </p:cNvSpPr>
          <p:nvPr/>
        </p:nvSpPr>
        <p:spPr>
          <a:xfrm>
            <a:off x="609600" y="4314825"/>
            <a:ext cx="4572000" cy="381000"/>
          </a:xfrm>
          <a:prstGeom prst="rect">
            <a:avLst/>
          </a:prstGeom>
          <a:noFill/>
          <a:ln w="0">
            <a:noFill/>
            <a:prstDash val="solid"/>
          </a:ln>
        </p:spPr>
        <p:txBody>
          <a:bodyPr lIns="0" tIns="0" rIns="0" bIns="0"/>
          <a:lstStyle>
            <a:defPPr>
              <a:defRPr sz="1650" b="0">
                <a:solidFill>
                  <a:srgbClr val="597079"/>
                </a:solidFill>
                <a:latin typeface="DejaVu Sans"/>
                <a:ea typeface="DejaVu Sans"/>
                <a:cs typeface="DejaVu Sans"/>
              </a:defRPr>
            </a:defPPr>
            <a:lvl1pPr>
              <a:defRPr sz="1650" b="0">
                <a:solidFill>
                  <a:srgbClr val="597079"/>
                </a:solidFill>
                <a:latin typeface="DejaVu Sans"/>
                <a:ea typeface="DejaVu Sans"/>
                <a:cs typeface="DejaVu Sans"/>
              </a:defRPr>
            </a:lvl1pPr>
            <a:lvl2pPr>
              <a:defRPr sz="1650" b="0">
                <a:solidFill>
                  <a:srgbClr val="597079"/>
                </a:solidFill>
                <a:latin typeface="DejaVu Sans"/>
                <a:ea typeface="DejaVu Sans"/>
                <a:cs typeface="DejaVu Sans"/>
              </a:defRPr>
            </a:lvl2pPr>
            <a:lvl3pPr>
              <a:defRPr sz="1650" b="0">
                <a:solidFill>
                  <a:srgbClr val="597079"/>
                </a:solidFill>
                <a:latin typeface="DejaVu Sans"/>
                <a:ea typeface="DejaVu Sans"/>
                <a:cs typeface="DejaVu Sans"/>
              </a:defRPr>
            </a:lvl3pPr>
            <a:lvl4pPr>
              <a:defRPr sz="1650" b="0">
                <a:solidFill>
                  <a:srgbClr val="597079"/>
                </a:solidFill>
                <a:latin typeface="DejaVu Sans"/>
                <a:ea typeface="DejaVu Sans"/>
                <a:cs typeface="DejaVu Sans"/>
              </a:defRPr>
            </a:lvl4pPr>
            <a:lvl5pPr>
              <a:defRPr sz="1650" b="0">
                <a:solidFill>
                  <a:srgbClr val="597079"/>
                </a:solidFill>
                <a:latin typeface="DejaVu Sans"/>
                <a:ea typeface="DejaVu Sans"/>
                <a:cs typeface="DejaVu Sans"/>
              </a:defRPr>
            </a:lvl5pPr>
            <a:lvl6pPr>
              <a:defRPr sz="1650" b="0">
                <a:solidFill>
                  <a:srgbClr val="597079"/>
                </a:solidFill>
                <a:latin typeface="DejaVu Sans"/>
                <a:ea typeface="DejaVu Sans"/>
                <a:cs typeface="DejaVu Sans"/>
              </a:defRPr>
            </a:lvl6pPr>
            <a:lvl7pPr>
              <a:defRPr sz="1650" b="0">
                <a:solidFill>
                  <a:srgbClr val="597079"/>
                </a:solidFill>
                <a:latin typeface="DejaVu Sans"/>
                <a:ea typeface="DejaVu Sans"/>
                <a:cs typeface="DejaVu Sans"/>
              </a:defRPr>
            </a:lvl7pPr>
            <a:lvl8pPr>
              <a:defRPr sz="1650" b="0">
                <a:solidFill>
                  <a:srgbClr val="597079"/>
                </a:solidFill>
                <a:latin typeface="DejaVu Sans"/>
                <a:ea typeface="DejaVu Sans"/>
                <a:cs typeface="DejaVu Sans"/>
              </a:defRPr>
            </a:lvl8pPr>
            <a:lvl9pPr>
              <a:defRPr sz="1650" b="0">
                <a:solidFill>
                  <a:srgbClr val="597079"/>
                </a:solidFill>
                <a:latin typeface="DejaVu Sans"/>
                <a:ea typeface="DejaVu Sans"/>
                <a:cs typeface="DejaVu Sans"/>
              </a:defRPr>
            </a:lvl9pPr>
          </a:lstStyle>
          <a:p>
            <a:pPr>
              <a:defRPr sz="1650" b="0">
                <a:solidFill>
                  <a:srgbClr val="597079"/>
                </a:solidFill>
                <a:latin typeface="DejaVu Sans"/>
                <a:ea typeface="DejaVu Sans"/>
                <a:cs typeface="DejaVu Sans"/>
              </a:defRPr>
            </a:pPr>
            <a:r>
              <a:rPr sz="1650" b="0" dirty="0">
                <a:solidFill>
                  <a:srgbClr val="597079"/>
                </a:solidFill>
                <a:latin typeface="DejaVu Sans"/>
                <a:ea typeface="DejaVu Sans"/>
                <a:cs typeface="DejaVu Sans"/>
              </a:rPr>
              <a:t>Organización de </a:t>
            </a:r>
            <a:r>
              <a:rPr sz="1650" b="0" dirty="0" err="1">
                <a:solidFill>
                  <a:srgbClr val="597079"/>
                </a:solidFill>
                <a:latin typeface="DejaVu Sans"/>
                <a:ea typeface="DejaVu Sans"/>
                <a:cs typeface="DejaVu Sans"/>
              </a:rPr>
              <a:t>referencia</a:t>
            </a:r>
            <a:r>
              <a:rPr sz="1650" b="0" dirty="0">
                <a:solidFill>
                  <a:srgbClr val="597079"/>
                </a:solidFill>
                <a:latin typeface="DejaVu Sans"/>
                <a:ea typeface="DejaVu Sans"/>
                <a:cs typeface="DejaVu Sans"/>
              </a:rPr>
              <a:t>:</a:t>
            </a:r>
            <a:r>
              <a:rPr lang="en-US" sz="1650" b="0" dirty="0">
                <a:solidFill>
                  <a:srgbClr val="597079"/>
                </a:solidFill>
                <a:latin typeface="DejaVu Sans"/>
                <a:ea typeface="DejaVu Sans"/>
                <a:cs typeface="DejaVu Sans"/>
              </a:rPr>
              <a:t> </a:t>
            </a:r>
            <a:endParaRPr sz="1650" b="0" dirty="0">
              <a:solidFill>
                <a:srgbClr val="597079"/>
              </a:solidFill>
              <a:latin typeface="DejaVu Sans"/>
              <a:ea typeface="DejaVu Sans"/>
              <a:cs typeface="DejaVu Sans"/>
            </a:endParaRPr>
          </a:p>
        </p:txBody>
      </p:sp>
      <p:sp>
        <p:nvSpPr>
          <p:cNvPr id="8" name="text-7">
            <a:extLst>
              <a:ext uri="{FF2B5EF4-FFF2-40B4-BE49-F238E27FC236}">
                <a16:creationId xmlns:a16="http://schemas.microsoft.com/office/drawing/2014/main" id="{32EA8215-9373-4542-B74C-37C9A0D662D2}"/>
              </a:ext>
            </a:extLst>
          </p:cNvPr>
          <p:cNvSpPr>
            <a:spLocks noGrp="1"/>
          </p:cNvSpPr>
          <p:nvPr/>
        </p:nvSpPr>
        <p:spPr>
          <a:xfrm>
            <a:off x="609600" y="5019675"/>
            <a:ext cx="4762500" cy="428625"/>
          </a:xfrm>
          <a:prstGeom prst="rect">
            <a:avLst/>
          </a:prstGeom>
          <a:noFill/>
          <a:ln w="0">
            <a:noFill/>
            <a:prstDash val="solid"/>
          </a:ln>
        </p:spPr>
        <p:txBody>
          <a:bodyPr lIns="0" tIns="0" rIns="0" bIns="0"/>
          <a:lstStyle>
            <a:defPPr>
              <a:defRPr sz="1875" b="1">
                <a:solidFill>
                  <a:srgbClr val="087E8B"/>
                </a:solidFill>
                <a:latin typeface="DejaVu Sans"/>
                <a:ea typeface="DejaVu Sans"/>
                <a:cs typeface="DejaVu Sans"/>
              </a:defRPr>
            </a:defPPr>
            <a:lvl1pPr>
              <a:defRPr sz="1875" b="1">
                <a:solidFill>
                  <a:srgbClr val="087E8B"/>
                </a:solidFill>
                <a:latin typeface="DejaVu Sans"/>
                <a:ea typeface="DejaVu Sans"/>
                <a:cs typeface="DejaVu Sans"/>
              </a:defRPr>
            </a:lvl1pPr>
            <a:lvl2pPr>
              <a:defRPr sz="1875" b="1">
                <a:solidFill>
                  <a:srgbClr val="087E8B"/>
                </a:solidFill>
                <a:latin typeface="DejaVu Sans"/>
                <a:ea typeface="DejaVu Sans"/>
                <a:cs typeface="DejaVu Sans"/>
              </a:defRPr>
            </a:lvl2pPr>
            <a:lvl3pPr>
              <a:defRPr sz="1875" b="1">
                <a:solidFill>
                  <a:srgbClr val="087E8B"/>
                </a:solidFill>
                <a:latin typeface="DejaVu Sans"/>
                <a:ea typeface="DejaVu Sans"/>
                <a:cs typeface="DejaVu Sans"/>
              </a:defRPr>
            </a:lvl3pPr>
            <a:lvl4pPr>
              <a:defRPr sz="1875" b="1">
                <a:solidFill>
                  <a:srgbClr val="087E8B"/>
                </a:solidFill>
                <a:latin typeface="DejaVu Sans"/>
                <a:ea typeface="DejaVu Sans"/>
                <a:cs typeface="DejaVu Sans"/>
              </a:defRPr>
            </a:lvl4pPr>
            <a:lvl5pPr>
              <a:defRPr sz="1875" b="1">
                <a:solidFill>
                  <a:srgbClr val="087E8B"/>
                </a:solidFill>
                <a:latin typeface="DejaVu Sans"/>
                <a:ea typeface="DejaVu Sans"/>
                <a:cs typeface="DejaVu Sans"/>
              </a:defRPr>
            </a:lvl5pPr>
            <a:lvl6pPr>
              <a:defRPr sz="1875" b="1">
                <a:solidFill>
                  <a:srgbClr val="087E8B"/>
                </a:solidFill>
                <a:latin typeface="DejaVu Sans"/>
                <a:ea typeface="DejaVu Sans"/>
                <a:cs typeface="DejaVu Sans"/>
              </a:defRPr>
            </a:lvl6pPr>
            <a:lvl7pPr>
              <a:defRPr sz="1875" b="1">
                <a:solidFill>
                  <a:srgbClr val="087E8B"/>
                </a:solidFill>
                <a:latin typeface="DejaVu Sans"/>
                <a:ea typeface="DejaVu Sans"/>
                <a:cs typeface="DejaVu Sans"/>
              </a:defRPr>
            </a:lvl7pPr>
            <a:lvl8pPr>
              <a:defRPr sz="1875" b="1">
                <a:solidFill>
                  <a:srgbClr val="087E8B"/>
                </a:solidFill>
                <a:latin typeface="DejaVu Sans"/>
                <a:ea typeface="DejaVu Sans"/>
                <a:cs typeface="DejaVu Sans"/>
              </a:defRPr>
            </a:lvl8pPr>
            <a:lvl9pPr>
              <a:defRPr sz="1875" b="1">
                <a:solidFill>
                  <a:srgbClr val="087E8B"/>
                </a:solidFill>
                <a:latin typeface="DejaVu Sans"/>
                <a:ea typeface="DejaVu Sans"/>
                <a:cs typeface="DejaVu Sans"/>
              </a:defRPr>
            </a:lvl9pPr>
          </a:lstStyle>
          <a:p>
            <a:pPr>
              <a:defRPr sz="1875" b="1">
                <a:solidFill>
                  <a:srgbClr val="087E8B"/>
                </a:solidFill>
                <a:latin typeface="DejaVu Sans"/>
                <a:ea typeface="DejaVu Sans"/>
                <a:cs typeface="DejaVu Sans"/>
              </a:defRPr>
            </a:pPr>
            <a:r>
              <a:rPr sz="1875" b="1">
                <a:solidFill>
                  <a:srgbClr val="087E8B"/>
                </a:solidFill>
                <a:latin typeface="DejaVu Sans"/>
                <a:ea typeface="DejaVu Sans"/>
                <a:cs typeface="DejaVu Sans"/>
              </a:rPr>
              <a:t>Modelo + API + aplicación web</a:t>
            </a:r>
          </a:p>
        </p:txBody>
      </p:sp>
      <p:sp>
        <p:nvSpPr>
          <p:cNvPr id="9" name="text-8">
            <a:extLst>
              <a:ext uri="{FF2B5EF4-FFF2-40B4-BE49-F238E27FC236}">
                <a16:creationId xmlns:a16="http://schemas.microsoft.com/office/drawing/2014/main" id="{5DB330EB-C85F-4DAC-88EA-48B25DF2A5AB}"/>
              </a:ext>
            </a:extLst>
          </p:cNvPr>
          <p:cNvSpPr>
            <a:spLocks noGrp="1"/>
          </p:cNvSpPr>
          <p:nvPr/>
        </p:nvSpPr>
        <p:spPr>
          <a:xfrm>
            <a:off x="609600" y="5619750"/>
            <a:ext cx="6000750" cy="333375"/>
          </a:xfrm>
          <a:prstGeom prst="rect">
            <a:avLst/>
          </a:prstGeom>
          <a:noFill/>
          <a:ln w="0">
            <a:noFill/>
            <a:prstDash val="solid"/>
          </a:ln>
        </p:spPr>
        <p:txBody>
          <a:bodyPr lIns="0" tIns="0" rIns="0" bIns="0"/>
          <a:lstStyle>
            <a:defPPr>
              <a:defRPr sz="1500" b="0">
                <a:solidFill>
                  <a:srgbClr val="597079"/>
                </a:solidFill>
                <a:latin typeface="DejaVu Sans"/>
                <a:ea typeface="DejaVu Sans"/>
                <a:cs typeface="DejaVu Sans"/>
              </a:defRPr>
            </a:defPPr>
            <a:lvl1pPr>
              <a:defRPr sz="1500" b="0">
                <a:solidFill>
                  <a:srgbClr val="597079"/>
                </a:solidFill>
                <a:latin typeface="DejaVu Sans"/>
                <a:ea typeface="DejaVu Sans"/>
                <a:cs typeface="DejaVu Sans"/>
              </a:defRPr>
            </a:lvl1pPr>
            <a:lvl2pPr>
              <a:defRPr sz="1500" b="0">
                <a:solidFill>
                  <a:srgbClr val="597079"/>
                </a:solidFill>
                <a:latin typeface="DejaVu Sans"/>
                <a:ea typeface="DejaVu Sans"/>
                <a:cs typeface="DejaVu Sans"/>
              </a:defRPr>
            </a:lvl2pPr>
            <a:lvl3pPr>
              <a:defRPr sz="1500" b="0">
                <a:solidFill>
                  <a:srgbClr val="597079"/>
                </a:solidFill>
                <a:latin typeface="DejaVu Sans"/>
                <a:ea typeface="DejaVu Sans"/>
                <a:cs typeface="DejaVu Sans"/>
              </a:defRPr>
            </a:lvl3pPr>
            <a:lvl4pPr>
              <a:defRPr sz="1500" b="0">
                <a:solidFill>
                  <a:srgbClr val="597079"/>
                </a:solidFill>
                <a:latin typeface="DejaVu Sans"/>
                <a:ea typeface="DejaVu Sans"/>
                <a:cs typeface="DejaVu Sans"/>
              </a:defRPr>
            </a:lvl4pPr>
            <a:lvl5pPr>
              <a:defRPr sz="1500" b="0">
                <a:solidFill>
                  <a:srgbClr val="597079"/>
                </a:solidFill>
                <a:latin typeface="DejaVu Sans"/>
                <a:ea typeface="DejaVu Sans"/>
                <a:cs typeface="DejaVu Sans"/>
              </a:defRPr>
            </a:lvl5pPr>
            <a:lvl6pPr>
              <a:defRPr sz="1500" b="0">
                <a:solidFill>
                  <a:srgbClr val="597079"/>
                </a:solidFill>
                <a:latin typeface="DejaVu Sans"/>
                <a:ea typeface="DejaVu Sans"/>
                <a:cs typeface="DejaVu Sans"/>
              </a:defRPr>
            </a:lvl6pPr>
            <a:lvl7pPr>
              <a:defRPr sz="1500" b="0">
                <a:solidFill>
                  <a:srgbClr val="597079"/>
                </a:solidFill>
                <a:latin typeface="DejaVu Sans"/>
                <a:ea typeface="DejaVu Sans"/>
                <a:cs typeface="DejaVu Sans"/>
              </a:defRPr>
            </a:lvl7pPr>
            <a:lvl8pPr>
              <a:defRPr sz="1500" b="0">
                <a:solidFill>
                  <a:srgbClr val="597079"/>
                </a:solidFill>
                <a:latin typeface="DejaVu Sans"/>
                <a:ea typeface="DejaVu Sans"/>
                <a:cs typeface="DejaVu Sans"/>
              </a:defRPr>
            </a:lvl8pPr>
            <a:lvl9pPr>
              <a:defRPr sz="1500" b="0">
                <a:solidFill>
                  <a:srgbClr val="597079"/>
                </a:solidFill>
                <a:latin typeface="DejaVu Sans"/>
                <a:ea typeface="DejaVu Sans"/>
                <a:cs typeface="DejaVu Sans"/>
              </a:defRPr>
            </a:lvl9pPr>
          </a:lstStyle>
          <a:p>
            <a:pPr>
              <a:defRPr sz="1500" b="0">
                <a:solidFill>
                  <a:srgbClr val="597079"/>
                </a:solidFill>
                <a:latin typeface="DejaVu Sans"/>
                <a:ea typeface="DejaVu Sans"/>
                <a:cs typeface="DejaVu Sans"/>
              </a:defRPr>
            </a:pPr>
            <a:r>
              <a:rPr sz="1500" b="0">
                <a:solidFill>
                  <a:srgbClr val="597079"/>
                </a:solidFill>
                <a:latin typeface="DejaVu Sans"/>
                <a:ea typeface="DejaVu Sans"/>
                <a:cs typeface="DejaVu Sans"/>
              </a:rPr>
              <a:t>Estimación con meteorología observada</a:t>
            </a:r>
          </a:p>
        </p:txBody>
      </p:sp>
      <p:pic>
        <p:nvPicPr>
          <p:cNvPr id="10" name="Picture 9">
            <a:extLst>
              <a:ext uri="{FF2B5EF4-FFF2-40B4-BE49-F238E27FC236}">
                <a16:creationId xmlns:a16="http://schemas.microsoft.com/office/drawing/2014/main" id="{9199A38E-C07C-48F3-A7CB-5E32C2FD1E62}"/>
              </a:ext>
            </a:extLst>
          </p:cNvPr>
          <p:cNvPicPr>
            <a:picLocks noChangeAspect="1"/>
          </p:cNvPicPr>
          <p:nvPr/>
        </p:nvPicPr>
        <p:blipFill>
          <a:blip r:embed="rId3"/>
          <a:stretch/>
        </p:blipFill>
        <p:spPr>
          <a:xfrm>
            <a:off x="5810250" y="1858566"/>
            <a:ext cx="5772150" cy="3607594"/>
          </a:xfrm>
          <a:prstGeom prst="rect">
            <a:avLst/>
          </a:prstGeom>
        </p:spPr>
      </p:pic>
      <p:sp>
        <p:nvSpPr>
          <p:cNvPr id="11" name="text-9">
            <a:extLst>
              <a:ext uri="{FF2B5EF4-FFF2-40B4-BE49-F238E27FC236}">
                <a16:creationId xmlns:a16="http://schemas.microsoft.com/office/drawing/2014/main" id="{21624EC2-9E55-4256-827F-02F83CF38F92}"/>
              </a:ext>
            </a:extLst>
          </p:cNvPr>
          <p:cNvSpPr>
            <a:spLocks noGrp="1"/>
          </p:cNvSpPr>
          <p:nvPr/>
        </p:nvSpPr>
        <p:spPr>
          <a:xfrm>
            <a:off x="6238875" y="5686425"/>
            <a:ext cx="5238750" cy="285750"/>
          </a:xfrm>
          <a:prstGeom prst="rect">
            <a:avLst/>
          </a:prstGeom>
          <a:noFill/>
          <a:ln w="0">
            <a:noFill/>
            <a:prstDash val="solid"/>
          </a:ln>
        </p:spPr>
        <p:txBody>
          <a:bodyPr lIns="0" tIns="0" rIns="0" bIns="0"/>
          <a:lstStyle>
            <a:defPPr>
              <a:defRPr sz="1425" b="0">
                <a:solidFill>
                  <a:srgbClr val="597079"/>
                </a:solidFill>
                <a:latin typeface="DejaVu Sans"/>
                <a:ea typeface="DejaVu Sans"/>
                <a:cs typeface="DejaVu Sans"/>
              </a:defRPr>
            </a:defPPr>
            <a:lvl1pPr>
              <a:defRPr sz="1425" b="0">
                <a:solidFill>
                  <a:srgbClr val="597079"/>
                </a:solidFill>
                <a:latin typeface="DejaVu Sans"/>
                <a:ea typeface="DejaVu Sans"/>
                <a:cs typeface="DejaVu Sans"/>
              </a:defRPr>
            </a:lvl1pPr>
            <a:lvl2pPr>
              <a:defRPr sz="1425" b="0">
                <a:solidFill>
                  <a:srgbClr val="597079"/>
                </a:solidFill>
                <a:latin typeface="DejaVu Sans"/>
                <a:ea typeface="DejaVu Sans"/>
                <a:cs typeface="DejaVu Sans"/>
              </a:defRPr>
            </a:lvl2pPr>
            <a:lvl3pPr>
              <a:defRPr sz="1425" b="0">
                <a:solidFill>
                  <a:srgbClr val="597079"/>
                </a:solidFill>
                <a:latin typeface="DejaVu Sans"/>
                <a:ea typeface="DejaVu Sans"/>
                <a:cs typeface="DejaVu Sans"/>
              </a:defRPr>
            </a:lvl3pPr>
            <a:lvl4pPr>
              <a:defRPr sz="1425" b="0">
                <a:solidFill>
                  <a:srgbClr val="597079"/>
                </a:solidFill>
                <a:latin typeface="DejaVu Sans"/>
                <a:ea typeface="DejaVu Sans"/>
                <a:cs typeface="DejaVu Sans"/>
              </a:defRPr>
            </a:lvl4pPr>
            <a:lvl5pPr>
              <a:defRPr sz="1425" b="0">
                <a:solidFill>
                  <a:srgbClr val="597079"/>
                </a:solidFill>
                <a:latin typeface="DejaVu Sans"/>
                <a:ea typeface="DejaVu Sans"/>
                <a:cs typeface="DejaVu Sans"/>
              </a:defRPr>
            </a:lvl5pPr>
            <a:lvl6pPr>
              <a:defRPr sz="1425" b="0">
                <a:solidFill>
                  <a:srgbClr val="597079"/>
                </a:solidFill>
                <a:latin typeface="DejaVu Sans"/>
                <a:ea typeface="DejaVu Sans"/>
                <a:cs typeface="DejaVu Sans"/>
              </a:defRPr>
            </a:lvl6pPr>
            <a:lvl7pPr>
              <a:defRPr sz="1425" b="0">
                <a:solidFill>
                  <a:srgbClr val="597079"/>
                </a:solidFill>
                <a:latin typeface="DejaVu Sans"/>
                <a:ea typeface="DejaVu Sans"/>
                <a:cs typeface="DejaVu Sans"/>
              </a:defRPr>
            </a:lvl7pPr>
            <a:lvl8pPr>
              <a:defRPr sz="1425" b="0">
                <a:solidFill>
                  <a:srgbClr val="597079"/>
                </a:solidFill>
                <a:latin typeface="DejaVu Sans"/>
                <a:ea typeface="DejaVu Sans"/>
                <a:cs typeface="DejaVu Sans"/>
              </a:defRPr>
            </a:lvl8pPr>
            <a:lvl9pPr>
              <a:defRPr sz="1425" b="0">
                <a:solidFill>
                  <a:srgbClr val="597079"/>
                </a:solidFill>
                <a:latin typeface="DejaVu Sans"/>
                <a:ea typeface="DejaVu Sans"/>
                <a:cs typeface="DejaVu Sans"/>
              </a:defRPr>
            </a:lvl9pPr>
          </a:lstStyle>
          <a:p>
            <a:pPr>
              <a:defRPr sz="1425" b="0">
                <a:solidFill>
                  <a:srgbClr val="597079"/>
                </a:solidFill>
                <a:latin typeface="DejaVu Sans"/>
                <a:ea typeface="DejaVu Sans"/>
                <a:cs typeface="DejaVu Sans"/>
              </a:defRPr>
            </a:pPr>
            <a:r>
              <a:rPr sz="1425" b="0">
                <a:solidFill>
                  <a:srgbClr val="597079"/>
                </a:solidFill>
                <a:latin typeface="DejaVu Sans"/>
                <a:ea typeface="DejaVu Sans"/>
                <a:cs typeface="DejaVu Sans"/>
              </a:rPr>
              <a:t>Diseño propuesto del producto</a:t>
            </a:r>
          </a:p>
        </p:txBody>
      </p:sp>
      <p:pic>
        <p:nvPicPr>
          <p:cNvPr id="15" name="Picture 14">
            <a:extLst>
              <a:ext uri="{FF2B5EF4-FFF2-40B4-BE49-F238E27FC236}">
                <a16:creationId xmlns:a16="http://schemas.microsoft.com/office/drawing/2014/main" id="{4337E87E-5B7A-B816-4D6E-1CBA69AD05C2}"/>
              </a:ext>
            </a:extLst>
          </p:cNvPr>
          <p:cNvPicPr>
            <a:picLocks noChangeAspect="1"/>
          </p:cNvPicPr>
          <p:nvPr/>
        </p:nvPicPr>
        <p:blipFill>
          <a:blip r:embed="rId4"/>
          <a:srcRect/>
          <a:stretch>
            <a:fillRect/>
          </a:stretch>
        </p:blipFill>
        <p:spPr>
          <a:xfrm>
            <a:off x="3691890" y="4120515"/>
            <a:ext cx="1170940" cy="585470"/>
          </a:xfrm>
          <a:prstGeom prst="rect">
            <a:avLst/>
          </a:prstGeom>
        </p:spPr>
      </p:pic>
      <p:pic>
        <p:nvPicPr>
          <p:cNvPr id="17" name="Picture 16" descr="File:University of Los Andes logo.svg - Wikipedia">
            <a:extLst>
              <a:ext uri="{FF2B5EF4-FFF2-40B4-BE49-F238E27FC236}">
                <a16:creationId xmlns:a16="http://schemas.microsoft.com/office/drawing/2014/main" id="{5AEA89A0-C186-2F1B-20BD-C3BC35DBAD42}"/>
              </a:ext>
            </a:extLst>
          </p:cNvPr>
          <p:cNvPicPr>
            <a:picLocks noChangeAspect="1"/>
          </p:cNvPicPr>
          <p:nvPr/>
        </p:nvPicPr>
        <p:blipFill>
          <a:blip r:embed="rId5"/>
          <a:stretch>
            <a:fillRect/>
          </a:stretch>
        </p:blipFill>
        <p:spPr>
          <a:xfrm>
            <a:off x="10924096" y="364236"/>
            <a:ext cx="658304" cy="781050"/>
          </a:xfrm>
          <a:prstGeom prst="rect">
            <a:avLst/>
          </a:prstGeom>
        </p:spPr>
      </p:pic>
    </p:spTree>
    <p:extLst>
      <p:ext uri="{BB962C8B-B14F-4D97-AF65-F5344CB8AC3E}">
        <p14:creationId xmlns:p14="http://schemas.microsoft.com/office/powerpoint/2010/main" val="428836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A"/>
        </a:solidFill>
        <a:effectLst/>
      </p:bgPr>
    </p:bg>
    <p:spTree>
      <p:nvGrpSpPr>
        <p:cNvPr id="1" name=""/>
        <p:cNvGrpSpPr/>
        <p:nvPr/>
      </p:nvGrpSpPr>
      <p:grpSpPr>
        <a:xfrm>
          <a:off x="0" y="0"/>
          <a:ext cx="0" cy="0"/>
          <a:chOff x="0" y="0"/>
          <a:chExt cx="0" cy="0"/>
        </a:xfrm>
      </p:grpSpPr>
      <p:sp>
        <p:nvSpPr>
          <p:cNvPr id="14" name="text-0">
            <a:extLst>
              <a:ext uri="{FF2B5EF4-FFF2-40B4-BE49-F238E27FC236}">
                <a16:creationId xmlns:a16="http://schemas.microsoft.com/office/drawing/2014/main" id="{AE696F33-994C-4524-AAC0-3440DEFD2237}"/>
              </a:ext>
            </a:extLst>
          </p:cNvPr>
          <p:cNvSpPr>
            <a:spLocks noGrp="1"/>
          </p:cNvSpPr>
          <p:nvPr/>
        </p:nvSpPr>
        <p:spPr>
          <a:xfrm>
            <a:off x="609600" y="457200"/>
            <a:ext cx="10972800" cy="952500"/>
          </a:xfrm>
          <a:prstGeom prst="rect">
            <a:avLst/>
          </a:prstGeom>
          <a:noFill/>
          <a:ln w="0">
            <a:noFill/>
            <a:prstDash val="solid"/>
          </a:ln>
        </p:spPr>
        <p:txBody>
          <a:bodyPr lIns="0" tIns="0" rIns="0" bIns="0"/>
          <a:lstStyle>
            <a:defPPr>
              <a:defRPr sz="3300" b="1">
                <a:solidFill>
                  <a:srgbClr val="153A48"/>
                </a:solidFill>
                <a:latin typeface="DejaVu Sans"/>
                <a:ea typeface="DejaVu Sans"/>
                <a:cs typeface="DejaVu Sans"/>
              </a:defRPr>
            </a:defPPr>
            <a:lvl1pPr>
              <a:defRPr sz="3300" b="1">
                <a:solidFill>
                  <a:srgbClr val="153A48"/>
                </a:solidFill>
                <a:latin typeface="DejaVu Sans"/>
                <a:ea typeface="DejaVu Sans"/>
                <a:cs typeface="DejaVu Sans"/>
              </a:defRPr>
            </a:lvl1pPr>
            <a:lvl2pPr>
              <a:defRPr sz="3300" b="1">
                <a:solidFill>
                  <a:srgbClr val="153A48"/>
                </a:solidFill>
                <a:latin typeface="DejaVu Sans"/>
                <a:ea typeface="DejaVu Sans"/>
                <a:cs typeface="DejaVu Sans"/>
              </a:defRPr>
            </a:lvl2pPr>
            <a:lvl3pPr>
              <a:defRPr sz="3300" b="1">
                <a:solidFill>
                  <a:srgbClr val="153A48"/>
                </a:solidFill>
                <a:latin typeface="DejaVu Sans"/>
                <a:ea typeface="DejaVu Sans"/>
                <a:cs typeface="DejaVu Sans"/>
              </a:defRPr>
            </a:lvl3pPr>
            <a:lvl4pPr>
              <a:defRPr sz="3300" b="1">
                <a:solidFill>
                  <a:srgbClr val="153A48"/>
                </a:solidFill>
                <a:latin typeface="DejaVu Sans"/>
                <a:ea typeface="DejaVu Sans"/>
                <a:cs typeface="DejaVu Sans"/>
              </a:defRPr>
            </a:lvl4pPr>
            <a:lvl5pPr>
              <a:defRPr sz="3300" b="1">
                <a:solidFill>
                  <a:srgbClr val="153A48"/>
                </a:solidFill>
                <a:latin typeface="DejaVu Sans"/>
                <a:ea typeface="DejaVu Sans"/>
                <a:cs typeface="DejaVu Sans"/>
              </a:defRPr>
            </a:lvl5pPr>
            <a:lvl6pPr>
              <a:defRPr sz="3300" b="1">
                <a:solidFill>
                  <a:srgbClr val="153A48"/>
                </a:solidFill>
                <a:latin typeface="DejaVu Sans"/>
                <a:ea typeface="DejaVu Sans"/>
                <a:cs typeface="DejaVu Sans"/>
              </a:defRPr>
            </a:lvl6pPr>
            <a:lvl7pPr>
              <a:defRPr sz="3300" b="1">
                <a:solidFill>
                  <a:srgbClr val="153A48"/>
                </a:solidFill>
                <a:latin typeface="DejaVu Sans"/>
                <a:ea typeface="DejaVu Sans"/>
                <a:cs typeface="DejaVu Sans"/>
              </a:defRPr>
            </a:lvl7pPr>
            <a:lvl8pPr>
              <a:defRPr sz="3300" b="1">
                <a:solidFill>
                  <a:srgbClr val="153A48"/>
                </a:solidFill>
                <a:latin typeface="DejaVu Sans"/>
                <a:ea typeface="DejaVu Sans"/>
                <a:cs typeface="DejaVu Sans"/>
              </a:defRPr>
            </a:lvl8pPr>
            <a:lvl9pPr>
              <a:defRPr sz="3300" b="1">
                <a:solidFill>
                  <a:srgbClr val="153A48"/>
                </a:solidFill>
                <a:latin typeface="DejaVu Sans"/>
                <a:ea typeface="DejaVu Sans"/>
                <a:cs typeface="DejaVu Sans"/>
              </a:defRPr>
            </a:lvl9pPr>
          </a:lstStyle>
          <a:p>
            <a:pPr>
              <a:defRPr sz="3300" b="1">
                <a:solidFill>
                  <a:srgbClr val="153A48"/>
                </a:solidFill>
                <a:latin typeface="DejaVu Sans"/>
                <a:ea typeface="DejaVu Sans"/>
                <a:cs typeface="DejaVu Sans"/>
              </a:defRPr>
            </a:pPr>
            <a:r>
              <a:rPr sz="3300" b="1">
                <a:solidFill>
                  <a:srgbClr val="153A48"/>
                </a:solidFill>
                <a:latin typeface="DejaVu Sans"/>
                <a:ea typeface="DejaVu Sans"/>
                <a:cs typeface="DejaVu Sans"/>
              </a:rPr>
              <a:t>Datos y evaluación propuesta</a:t>
            </a:r>
          </a:p>
        </p:txBody>
      </p:sp>
      <p:sp>
        <p:nvSpPr>
          <p:cNvPr id="2" name="text-1">
            <a:extLst>
              <a:ext uri="{FF2B5EF4-FFF2-40B4-BE49-F238E27FC236}">
                <a16:creationId xmlns:a16="http://schemas.microsoft.com/office/drawing/2014/main" id="{39DE10BB-4D76-4FA4-8205-BA5CA051E55A}"/>
              </a:ext>
            </a:extLst>
          </p:cNvPr>
          <p:cNvSpPr>
            <a:spLocks noGrp="1"/>
          </p:cNvSpPr>
          <p:nvPr/>
        </p:nvSpPr>
        <p:spPr>
          <a:xfrm>
            <a:off x="609600" y="6419850"/>
            <a:ext cx="8096250" cy="238125"/>
          </a:xfrm>
          <a:prstGeom prst="rect">
            <a:avLst/>
          </a:prstGeom>
          <a:noFill/>
          <a:ln w="0">
            <a:noFill/>
            <a:prstDash val="solid"/>
          </a:ln>
        </p:spPr>
        <p:txBody>
          <a:bodyPr lIns="0" tIns="0" rIns="0" bIns="0"/>
          <a:lstStyle>
            <a:defPPr>
              <a:defRPr sz="1200" b="0">
                <a:solidFill>
                  <a:srgbClr val="597079"/>
                </a:solidFill>
                <a:latin typeface="DejaVu Sans"/>
                <a:ea typeface="DejaVu Sans"/>
                <a:cs typeface="DejaVu Sans"/>
              </a:defRPr>
            </a:defPPr>
            <a:lvl1pPr>
              <a:defRPr sz="1200" b="0">
                <a:solidFill>
                  <a:srgbClr val="597079"/>
                </a:solidFill>
                <a:latin typeface="DejaVu Sans"/>
                <a:ea typeface="DejaVu Sans"/>
                <a:cs typeface="DejaVu Sans"/>
              </a:defRPr>
            </a:lvl1pPr>
            <a:lvl2pPr>
              <a:defRPr sz="1200" b="0">
                <a:solidFill>
                  <a:srgbClr val="597079"/>
                </a:solidFill>
                <a:latin typeface="DejaVu Sans"/>
                <a:ea typeface="DejaVu Sans"/>
                <a:cs typeface="DejaVu Sans"/>
              </a:defRPr>
            </a:lvl2pPr>
            <a:lvl3pPr>
              <a:defRPr sz="1200" b="0">
                <a:solidFill>
                  <a:srgbClr val="597079"/>
                </a:solidFill>
                <a:latin typeface="DejaVu Sans"/>
                <a:ea typeface="DejaVu Sans"/>
                <a:cs typeface="DejaVu Sans"/>
              </a:defRPr>
            </a:lvl3pPr>
            <a:lvl4pPr>
              <a:defRPr sz="1200" b="0">
                <a:solidFill>
                  <a:srgbClr val="597079"/>
                </a:solidFill>
                <a:latin typeface="DejaVu Sans"/>
                <a:ea typeface="DejaVu Sans"/>
                <a:cs typeface="DejaVu Sans"/>
              </a:defRPr>
            </a:lvl4pPr>
            <a:lvl5pPr>
              <a:defRPr sz="1200" b="0">
                <a:solidFill>
                  <a:srgbClr val="597079"/>
                </a:solidFill>
                <a:latin typeface="DejaVu Sans"/>
                <a:ea typeface="DejaVu Sans"/>
                <a:cs typeface="DejaVu Sans"/>
              </a:defRPr>
            </a:lvl5pPr>
            <a:lvl6pPr>
              <a:defRPr sz="1200" b="0">
                <a:solidFill>
                  <a:srgbClr val="597079"/>
                </a:solidFill>
                <a:latin typeface="DejaVu Sans"/>
                <a:ea typeface="DejaVu Sans"/>
                <a:cs typeface="DejaVu Sans"/>
              </a:defRPr>
            </a:lvl6pPr>
            <a:lvl7pPr>
              <a:defRPr sz="1200" b="0">
                <a:solidFill>
                  <a:srgbClr val="597079"/>
                </a:solidFill>
                <a:latin typeface="DejaVu Sans"/>
                <a:ea typeface="DejaVu Sans"/>
                <a:cs typeface="DejaVu Sans"/>
              </a:defRPr>
            </a:lvl7pPr>
            <a:lvl8pPr>
              <a:defRPr sz="1200" b="0">
                <a:solidFill>
                  <a:srgbClr val="597079"/>
                </a:solidFill>
                <a:latin typeface="DejaVu Sans"/>
                <a:ea typeface="DejaVu Sans"/>
                <a:cs typeface="DejaVu Sans"/>
              </a:defRPr>
            </a:lvl8pPr>
            <a:lvl9pPr>
              <a:defRPr sz="1200" b="0">
                <a:solidFill>
                  <a:srgbClr val="597079"/>
                </a:solidFill>
                <a:latin typeface="DejaVu Sans"/>
                <a:ea typeface="DejaVu Sans"/>
                <a:cs typeface="DejaVu Sans"/>
              </a:defRPr>
            </a:lvl9pPr>
          </a:lstStyle>
          <a:p>
            <a:pPr>
              <a:defRPr sz="1200" b="0">
                <a:solidFill>
                  <a:srgbClr val="597079"/>
                </a:solidFill>
                <a:latin typeface="DejaVu Sans"/>
                <a:ea typeface="DejaVu Sans"/>
                <a:cs typeface="DejaVu Sans"/>
              </a:defRPr>
            </a:pPr>
            <a:r>
              <a:rPr sz="1200" b="0">
                <a:solidFill>
                  <a:srgbClr val="597079"/>
                </a:solidFill>
                <a:latin typeface="DejaVu Sans"/>
                <a:ea typeface="DejaVu Sans"/>
                <a:cs typeface="DejaVu Sans"/>
              </a:rPr>
              <a:t>CAUDAL-COL   /   Primera entrega</a:t>
            </a:r>
          </a:p>
        </p:txBody>
      </p:sp>
      <p:sp>
        <p:nvSpPr>
          <p:cNvPr id="3" name="text-2">
            <a:extLst>
              <a:ext uri="{FF2B5EF4-FFF2-40B4-BE49-F238E27FC236}">
                <a16:creationId xmlns:a16="http://schemas.microsoft.com/office/drawing/2014/main" id="{8F979CD2-FC6F-4FFE-B827-6BE4E4DD9308}"/>
              </a:ext>
            </a:extLst>
          </p:cNvPr>
          <p:cNvSpPr>
            <a:spLocks noGrp="1"/>
          </p:cNvSpPr>
          <p:nvPr/>
        </p:nvSpPr>
        <p:spPr>
          <a:xfrm>
            <a:off x="10668000" y="6419850"/>
            <a:ext cx="952500" cy="238125"/>
          </a:xfrm>
          <a:prstGeom prst="rect">
            <a:avLst/>
          </a:prstGeom>
          <a:noFill/>
          <a:ln w="0">
            <a:noFill/>
            <a:prstDash val="solid"/>
          </a:ln>
        </p:spPr>
        <p:txBody>
          <a:bodyPr lIns="0" tIns="0" rIns="0" bIns="0"/>
          <a:lstStyle>
            <a:defPPr>
              <a:defRPr sz="1200" b="0">
                <a:solidFill>
                  <a:srgbClr val="597079"/>
                </a:solidFill>
                <a:latin typeface="DejaVu Sans"/>
                <a:ea typeface="DejaVu Sans"/>
                <a:cs typeface="DejaVu Sans"/>
              </a:defRPr>
            </a:defPPr>
            <a:lvl1pPr>
              <a:defRPr sz="1200" b="0">
                <a:solidFill>
                  <a:srgbClr val="597079"/>
                </a:solidFill>
                <a:latin typeface="DejaVu Sans"/>
                <a:ea typeface="DejaVu Sans"/>
                <a:cs typeface="DejaVu Sans"/>
              </a:defRPr>
            </a:lvl1pPr>
            <a:lvl2pPr>
              <a:defRPr sz="1200" b="0">
                <a:solidFill>
                  <a:srgbClr val="597079"/>
                </a:solidFill>
                <a:latin typeface="DejaVu Sans"/>
                <a:ea typeface="DejaVu Sans"/>
                <a:cs typeface="DejaVu Sans"/>
              </a:defRPr>
            </a:lvl2pPr>
            <a:lvl3pPr>
              <a:defRPr sz="1200" b="0">
                <a:solidFill>
                  <a:srgbClr val="597079"/>
                </a:solidFill>
                <a:latin typeface="DejaVu Sans"/>
                <a:ea typeface="DejaVu Sans"/>
                <a:cs typeface="DejaVu Sans"/>
              </a:defRPr>
            </a:lvl3pPr>
            <a:lvl4pPr>
              <a:defRPr sz="1200" b="0">
                <a:solidFill>
                  <a:srgbClr val="597079"/>
                </a:solidFill>
                <a:latin typeface="DejaVu Sans"/>
                <a:ea typeface="DejaVu Sans"/>
                <a:cs typeface="DejaVu Sans"/>
              </a:defRPr>
            </a:lvl4pPr>
            <a:lvl5pPr>
              <a:defRPr sz="1200" b="0">
                <a:solidFill>
                  <a:srgbClr val="597079"/>
                </a:solidFill>
                <a:latin typeface="DejaVu Sans"/>
                <a:ea typeface="DejaVu Sans"/>
                <a:cs typeface="DejaVu Sans"/>
              </a:defRPr>
            </a:lvl5pPr>
            <a:lvl6pPr>
              <a:defRPr sz="1200" b="0">
                <a:solidFill>
                  <a:srgbClr val="597079"/>
                </a:solidFill>
                <a:latin typeface="DejaVu Sans"/>
                <a:ea typeface="DejaVu Sans"/>
                <a:cs typeface="DejaVu Sans"/>
              </a:defRPr>
            </a:lvl6pPr>
            <a:lvl7pPr>
              <a:defRPr sz="1200" b="0">
                <a:solidFill>
                  <a:srgbClr val="597079"/>
                </a:solidFill>
                <a:latin typeface="DejaVu Sans"/>
                <a:ea typeface="DejaVu Sans"/>
                <a:cs typeface="DejaVu Sans"/>
              </a:defRPr>
            </a:lvl7pPr>
            <a:lvl8pPr>
              <a:defRPr sz="1200" b="0">
                <a:solidFill>
                  <a:srgbClr val="597079"/>
                </a:solidFill>
                <a:latin typeface="DejaVu Sans"/>
                <a:ea typeface="DejaVu Sans"/>
                <a:cs typeface="DejaVu Sans"/>
              </a:defRPr>
            </a:lvl8pPr>
            <a:lvl9pPr>
              <a:defRPr sz="1200" b="0">
                <a:solidFill>
                  <a:srgbClr val="597079"/>
                </a:solidFill>
                <a:latin typeface="DejaVu Sans"/>
                <a:ea typeface="DejaVu Sans"/>
                <a:cs typeface="DejaVu Sans"/>
              </a:defRPr>
            </a:lvl9pPr>
          </a:lstStyle>
          <a:p>
            <a:pPr>
              <a:defRPr sz="1200" b="0">
                <a:solidFill>
                  <a:srgbClr val="597079"/>
                </a:solidFill>
                <a:latin typeface="DejaVu Sans"/>
                <a:ea typeface="DejaVu Sans"/>
                <a:cs typeface="DejaVu Sans"/>
              </a:defRPr>
            </a:pPr>
            <a:r>
              <a:rPr sz="1200" b="0">
                <a:solidFill>
                  <a:srgbClr val="597079"/>
                </a:solidFill>
                <a:latin typeface="DejaVu Sans"/>
                <a:ea typeface="DejaVu Sans"/>
                <a:cs typeface="DejaVu Sans"/>
              </a:rPr>
              <a:t>2 / 4</a:t>
            </a:r>
          </a:p>
        </p:txBody>
      </p:sp>
      <p:sp>
        <p:nvSpPr>
          <p:cNvPr id="4" name="text-3">
            <a:extLst>
              <a:ext uri="{FF2B5EF4-FFF2-40B4-BE49-F238E27FC236}">
                <a16:creationId xmlns:a16="http://schemas.microsoft.com/office/drawing/2014/main" id="{86266C4C-66EC-4282-8C02-5C7A0DEC2B50}"/>
              </a:ext>
            </a:extLst>
          </p:cNvPr>
          <p:cNvSpPr>
            <a:spLocks noGrp="1"/>
          </p:cNvSpPr>
          <p:nvPr/>
        </p:nvSpPr>
        <p:spPr>
          <a:xfrm>
            <a:off x="609600" y="1571625"/>
            <a:ext cx="2857500" cy="952500"/>
          </a:xfrm>
          <a:prstGeom prst="rect">
            <a:avLst/>
          </a:prstGeom>
          <a:noFill/>
          <a:ln w="0">
            <a:noFill/>
            <a:prstDash val="solid"/>
          </a:ln>
        </p:spPr>
        <p:txBody>
          <a:bodyPr lIns="0" tIns="0" rIns="0" bIns="0"/>
          <a:lstStyle>
            <a:defPPr>
              <a:defRPr sz="6150" b="1">
                <a:solidFill>
                  <a:srgbClr val="087E8B"/>
                </a:solidFill>
                <a:latin typeface="DejaVu Sans"/>
                <a:ea typeface="DejaVu Sans"/>
                <a:cs typeface="DejaVu Sans"/>
              </a:defRPr>
            </a:defPPr>
            <a:lvl1pPr>
              <a:defRPr sz="6150" b="1">
                <a:solidFill>
                  <a:srgbClr val="087E8B"/>
                </a:solidFill>
                <a:latin typeface="DejaVu Sans"/>
                <a:ea typeface="DejaVu Sans"/>
                <a:cs typeface="DejaVu Sans"/>
              </a:defRPr>
            </a:lvl1pPr>
            <a:lvl2pPr>
              <a:defRPr sz="6150" b="1">
                <a:solidFill>
                  <a:srgbClr val="087E8B"/>
                </a:solidFill>
                <a:latin typeface="DejaVu Sans"/>
                <a:ea typeface="DejaVu Sans"/>
                <a:cs typeface="DejaVu Sans"/>
              </a:defRPr>
            </a:lvl2pPr>
            <a:lvl3pPr>
              <a:defRPr sz="6150" b="1">
                <a:solidFill>
                  <a:srgbClr val="087E8B"/>
                </a:solidFill>
                <a:latin typeface="DejaVu Sans"/>
                <a:ea typeface="DejaVu Sans"/>
                <a:cs typeface="DejaVu Sans"/>
              </a:defRPr>
            </a:lvl3pPr>
            <a:lvl4pPr>
              <a:defRPr sz="6150" b="1">
                <a:solidFill>
                  <a:srgbClr val="087E8B"/>
                </a:solidFill>
                <a:latin typeface="DejaVu Sans"/>
                <a:ea typeface="DejaVu Sans"/>
                <a:cs typeface="DejaVu Sans"/>
              </a:defRPr>
            </a:lvl4pPr>
            <a:lvl5pPr>
              <a:defRPr sz="6150" b="1">
                <a:solidFill>
                  <a:srgbClr val="087E8B"/>
                </a:solidFill>
                <a:latin typeface="DejaVu Sans"/>
                <a:ea typeface="DejaVu Sans"/>
                <a:cs typeface="DejaVu Sans"/>
              </a:defRPr>
            </a:lvl5pPr>
            <a:lvl6pPr>
              <a:defRPr sz="6150" b="1">
                <a:solidFill>
                  <a:srgbClr val="087E8B"/>
                </a:solidFill>
                <a:latin typeface="DejaVu Sans"/>
                <a:ea typeface="DejaVu Sans"/>
                <a:cs typeface="DejaVu Sans"/>
              </a:defRPr>
            </a:lvl6pPr>
            <a:lvl7pPr>
              <a:defRPr sz="6150" b="1">
                <a:solidFill>
                  <a:srgbClr val="087E8B"/>
                </a:solidFill>
                <a:latin typeface="DejaVu Sans"/>
                <a:ea typeface="DejaVu Sans"/>
                <a:cs typeface="DejaVu Sans"/>
              </a:defRPr>
            </a:lvl7pPr>
            <a:lvl8pPr>
              <a:defRPr sz="6150" b="1">
                <a:solidFill>
                  <a:srgbClr val="087E8B"/>
                </a:solidFill>
                <a:latin typeface="DejaVu Sans"/>
                <a:ea typeface="DejaVu Sans"/>
                <a:cs typeface="DejaVu Sans"/>
              </a:defRPr>
            </a:lvl8pPr>
            <a:lvl9pPr>
              <a:defRPr sz="6150" b="1">
                <a:solidFill>
                  <a:srgbClr val="087E8B"/>
                </a:solidFill>
                <a:latin typeface="DejaVu Sans"/>
                <a:ea typeface="DejaVu Sans"/>
                <a:cs typeface="DejaVu Sans"/>
              </a:defRPr>
            </a:lvl9pPr>
          </a:lstStyle>
          <a:p>
            <a:pPr>
              <a:defRPr sz="6150" b="1">
                <a:solidFill>
                  <a:srgbClr val="087E8B"/>
                </a:solidFill>
                <a:latin typeface="DejaVu Sans"/>
                <a:ea typeface="DejaVu Sans"/>
                <a:cs typeface="DejaVu Sans"/>
              </a:defRPr>
            </a:pPr>
            <a:r>
              <a:rPr sz="6150" b="1">
                <a:solidFill>
                  <a:srgbClr val="087E8B"/>
                </a:solidFill>
                <a:latin typeface="DejaVu Sans"/>
                <a:ea typeface="DejaVu Sans"/>
                <a:cs typeface="DejaVu Sans"/>
              </a:rPr>
              <a:t>346</a:t>
            </a:r>
          </a:p>
        </p:txBody>
      </p:sp>
      <p:sp>
        <p:nvSpPr>
          <p:cNvPr id="5" name="text-4">
            <a:extLst>
              <a:ext uri="{FF2B5EF4-FFF2-40B4-BE49-F238E27FC236}">
                <a16:creationId xmlns:a16="http://schemas.microsoft.com/office/drawing/2014/main" id="{4567598D-2E43-434F-B279-182581C19999}"/>
              </a:ext>
            </a:extLst>
          </p:cNvPr>
          <p:cNvSpPr>
            <a:spLocks noGrp="1"/>
          </p:cNvSpPr>
          <p:nvPr/>
        </p:nvSpPr>
        <p:spPr>
          <a:xfrm>
            <a:off x="647700" y="2590800"/>
            <a:ext cx="2571750" cy="381000"/>
          </a:xfrm>
          <a:prstGeom prst="rect">
            <a:avLst/>
          </a:prstGeom>
          <a:noFill/>
          <a:ln w="0">
            <a:noFill/>
            <a:prstDash val="solid"/>
          </a:ln>
        </p:spPr>
        <p:txBody>
          <a:bodyPr lIns="0" tIns="0" rIns="0" bIns="0"/>
          <a:lstStyle>
            <a:defPPr>
              <a:defRPr sz="2025" b="0">
                <a:solidFill>
                  <a:srgbClr val="153A48"/>
                </a:solidFill>
                <a:latin typeface="DejaVu Sans"/>
                <a:ea typeface="DejaVu Sans"/>
                <a:cs typeface="DejaVu Sans"/>
              </a:defRPr>
            </a:defPPr>
            <a:lvl1pPr>
              <a:defRPr sz="2025" b="0">
                <a:solidFill>
                  <a:srgbClr val="153A48"/>
                </a:solidFill>
                <a:latin typeface="DejaVu Sans"/>
                <a:ea typeface="DejaVu Sans"/>
                <a:cs typeface="DejaVu Sans"/>
              </a:defRPr>
            </a:lvl1pPr>
            <a:lvl2pPr>
              <a:defRPr sz="2025" b="0">
                <a:solidFill>
                  <a:srgbClr val="153A48"/>
                </a:solidFill>
                <a:latin typeface="DejaVu Sans"/>
                <a:ea typeface="DejaVu Sans"/>
                <a:cs typeface="DejaVu Sans"/>
              </a:defRPr>
            </a:lvl2pPr>
            <a:lvl3pPr>
              <a:defRPr sz="2025" b="0">
                <a:solidFill>
                  <a:srgbClr val="153A48"/>
                </a:solidFill>
                <a:latin typeface="DejaVu Sans"/>
                <a:ea typeface="DejaVu Sans"/>
                <a:cs typeface="DejaVu Sans"/>
              </a:defRPr>
            </a:lvl3pPr>
            <a:lvl4pPr>
              <a:defRPr sz="2025" b="0">
                <a:solidFill>
                  <a:srgbClr val="153A48"/>
                </a:solidFill>
                <a:latin typeface="DejaVu Sans"/>
                <a:ea typeface="DejaVu Sans"/>
                <a:cs typeface="DejaVu Sans"/>
              </a:defRPr>
            </a:lvl4pPr>
            <a:lvl5pPr>
              <a:defRPr sz="2025" b="0">
                <a:solidFill>
                  <a:srgbClr val="153A48"/>
                </a:solidFill>
                <a:latin typeface="DejaVu Sans"/>
                <a:ea typeface="DejaVu Sans"/>
                <a:cs typeface="DejaVu Sans"/>
              </a:defRPr>
            </a:lvl5pPr>
            <a:lvl6pPr>
              <a:defRPr sz="2025" b="0">
                <a:solidFill>
                  <a:srgbClr val="153A48"/>
                </a:solidFill>
                <a:latin typeface="DejaVu Sans"/>
                <a:ea typeface="DejaVu Sans"/>
                <a:cs typeface="DejaVu Sans"/>
              </a:defRPr>
            </a:lvl6pPr>
            <a:lvl7pPr>
              <a:defRPr sz="2025" b="0">
                <a:solidFill>
                  <a:srgbClr val="153A48"/>
                </a:solidFill>
                <a:latin typeface="DejaVu Sans"/>
                <a:ea typeface="DejaVu Sans"/>
                <a:cs typeface="DejaVu Sans"/>
              </a:defRPr>
            </a:lvl7pPr>
            <a:lvl8pPr>
              <a:defRPr sz="2025" b="0">
                <a:solidFill>
                  <a:srgbClr val="153A48"/>
                </a:solidFill>
                <a:latin typeface="DejaVu Sans"/>
                <a:ea typeface="DejaVu Sans"/>
                <a:cs typeface="DejaVu Sans"/>
              </a:defRPr>
            </a:lvl8pPr>
            <a:lvl9pPr>
              <a:defRPr sz="2025" b="0">
                <a:solidFill>
                  <a:srgbClr val="153A48"/>
                </a:solidFill>
                <a:latin typeface="DejaVu Sans"/>
                <a:ea typeface="DejaVu Sans"/>
                <a:cs typeface="DejaVu Sans"/>
              </a:defRPr>
            </a:lvl9pPr>
          </a:lstStyle>
          <a:p>
            <a:pPr>
              <a:defRPr sz="2025" b="0">
                <a:solidFill>
                  <a:srgbClr val="153A48"/>
                </a:solidFill>
                <a:latin typeface="DejaVu Sans"/>
                <a:ea typeface="DejaVu Sans"/>
                <a:cs typeface="DejaVu Sans"/>
              </a:defRPr>
            </a:pPr>
            <a:r>
              <a:rPr sz="2025" b="0">
                <a:solidFill>
                  <a:srgbClr val="153A48"/>
                </a:solidFill>
                <a:latin typeface="DejaVu Sans"/>
                <a:ea typeface="DejaVu Sans"/>
                <a:cs typeface="DejaVu Sans"/>
              </a:rPr>
              <a:t>cuencas</a:t>
            </a:r>
          </a:p>
        </p:txBody>
      </p:sp>
      <p:sp>
        <p:nvSpPr>
          <p:cNvPr id="6" name="text-5">
            <a:extLst>
              <a:ext uri="{FF2B5EF4-FFF2-40B4-BE49-F238E27FC236}">
                <a16:creationId xmlns:a16="http://schemas.microsoft.com/office/drawing/2014/main" id="{1F275A1E-88CE-42CB-B36A-6372438A6E9E}"/>
              </a:ext>
            </a:extLst>
          </p:cNvPr>
          <p:cNvSpPr>
            <a:spLocks noGrp="1"/>
          </p:cNvSpPr>
          <p:nvPr/>
        </p:nvSpPr>
        <p:spPr>
          <a:xfrm>
            <a:off x="4191000" y="1714500"/>
            <a:ext cx="7048500" cy="809625"/>
          </a:xfrm>
          <a:prstGeom prst="rect">
            <a:avLst/>
          </a:prstGeom>
          <a:noFill/>
          <a:ln w="0">
            <a:noFill/>
            <a:prstDash val="solid"/>
          </a:ln>
        </p:spPr>
        <p:txBody>
          <a:bodyPr lIns="0" tIns="0" rIns="0" bIns="0"/>
          <a:lstStyle>
            <a:defPPr>
              <a:defRPr sz="4950" b="1">
                <a:solidFill>
                  <a:srgbClr val="153A48"/>
                </a:solidFill>
                <a:latin typeface="DejaVu Sans"/>
                <a:ea typeface="DejaVu Sans"/>
                <a:cs typeface="DejaVu Sans"/>
              </a:defRPr>
            </a:defPPr>
            <a:lvl1pPr>
              <a:defRPr sz="4950" b="1">
                <a:solidFill>
                  <a:srgbClr val="153A48"/>
                </a:solidFill>
                <a:latin typeface="DejaVu Sans"/>
                <a:ea typeface="DejaVu Sans"/>
                <a:cs typeface="DejaVu Sans"/>
              </a:defRPr>
            </a:lvl1pPr>
            <a:lvl2pPr>
              <a:defRPr sz="4950" b="1">
                <a:solidFill>
                  <a:srgbClr val="153A48"/>
                </a:solidFill>
                <a:latin typeface="DejaVu Sans"/>
                <a:ea typeface="DejaVu Sans"/>
                <a:cs typeface="DejaVu Sans"/>
              </a:defRPr>
            </a:lvl2pPr>
            <a:lvl3pPr>
              <a:defRPr sz="4950" b="1">
                <a:solidFill>
                  <a:srgbClr val="153A48"/>
                </a:solidFill>
                <a:latin typeface="DejaVu Sans"/>
                <a:ea typeface="DejaVu Sans"/>
                <a:cs typeface="DejaVu Sans"/>
              </a:defRPr>
            </a:lvl3pPr>
            <a:lvl4pPr>
              <a:defRPr sz="4950" b="1">
                <a:solidFill>
                  <a:srgbClr val="153A48"/>
                </a:solidFill>
                <a:latin typeface="DejaVu Sans"/>
                <a:ea typeface="DejaVu Sans"/>
                <a:cs typeface="DejaVu Sans"/>
              </a:defRPr>
            </a:lvl4pPr>
            <a:lvl5pPr>
              <a:defRPr sz="4950" b="1">
                <a:solidFill>
                  <a:srgbClr val="153A48"/>
                </a:solidFill>
                <a:latin typeface="DejaVu Sans"/>
                <a:ea typeface="DejaVu Sans"/>
                <a:cs typeface="DejaVu Sans"/>
              </a:defRPr>
            </a:lvl5pPr>
            <a:lvl6pPr>
              <a:defRPr sz="4950" b="1">
                <a:solidFill>
                  <a:srgbClr val="153A48"/>
                </a:solidFill>
                <a:latin typeface="DejaVu Sans"/>
                <a:ea typeface="DejaVu Sans"/>
                <a:cs typeface="DejaVu Sans"/>
              </a:defRPr>
            </a:lvl6pPr>
            <a:lvl7pPr>
              <a:defRPr sz="4950" b="1">
                <a:solidFill>
                  <a:srgbClr val="153A48"/>
                </a:solidFill>
                <a:latin typeface="DejaVu Sans"/>
                <a:ea typeface="DejaVu Sans"/>
                <a:cs typeface="DejaVu Sans"/>
              </a:defRPr>
            </a:lvl7pPr>
            <a:lvl8pPr>
              <a:defRPr sz="4950" b="1">
                <a:solidFill>
                  <a:srgbClr val="153A48"/>
                </a:solidFill>
                <a:latin typeface="DejaVu Sans"/>
                <a:ea typeface="DejaVu Sans"/>
                <a:cs typeface="DejaVu Sans"/>
              </a:defRPr>
            </a:lvl8pPr>
            <a:lvl9pPr>
              <a:defRPr sz="4950" b="1">
                <a:solidFill>
                  <a:srgbClr val="153A48"/>
                </a:solidFill>
                <a:latin typeface="DejaVu Sans"/>
                <a:ea typeface="DejaVu Sans"/>
                <a:cs typeface="DejaVu Sans"/>
              </a:defRPr>
            </a:lvl9pPr>
          </a:lstStyle>
          <a:p>
            <a:pPr>
              <a:defRPr sz="4950" b="1">
                <a:solidFill>
                  <a:srgbClr val="153A48"/>
                </a:solidFill>
                <a:latin typeface="DejaVu Sans"/>
                <a:ea typeface="DejaVu Sans"/>
                <a:cs typeface="DejaVu Sans"/>
              </a:defRPr>
            </a:pPr>
            <a:r>
              <a:rPr sz="4950" b="1">
                <a:solidFill>
                  <a:srgbClr val="153A48"/>
                </a:solidFill>
                <a:latin typeface="DejaVu Sans"/>
                <a:ea typeface="DejaVu Sans"/>
                <a:cs typeface="DejaVu Sans"/>
              </a:rPr>
              <a:t>1981–2022</a:t>
            </a:r>
          </a:p>
        </p:txBody>
      </p:sp>
      <p:sp>
        <p:nvSpPr>
          <p:cNvPr id="7" name="text-6">
            <a:extLst>
              <a:ext uri="{FF2B5EF4-FFF2-40B4-BE49-F238E27FC236}">
                <a16:creationId xmlns:a16="http://schemas.microsoft.com/office/drawing/2014/main" id="{E72434B4-5EFA-4707-9232-D50F8A5C82F2}"/>
              </a:ext>
            </a:extLst>
          </p:cNvPr>
          <p:cNvSpPr>
            <a:spLocks noGrp="1"/>
          </p:cNvSpPr>
          <p:nvPr/>
        </p:nvSpPr>
        <p:spPr>
          <a:xfrm>
            <a:off x="4238625" y="2590800"/>
            <a:ext cx="6667500" cy="381000"/>
          </a:xfrm>
          <a:prstGeom prst="rect">
            <a:avLst/>
          </a:prstGeom>
          <a:noFill/>
          <a:ln w="0">
            <a:noFill/>
            <a:prstDash val="solid"/>
          </a:ln>
        </p:spPr>
        <p:txBody>
          <a:bodyPr lIns="0" tIns="0" rIns="0" bIns="0"/>
          <a:lstStyle>
            <a:defPPr>
              <a:defRPr sz="2025" b="0">
                <a:solidFill>
                  <a:srgbClr val="597079"/>
                </a:solidFill>
                <a:latin typeface="DejaVu Sans"/>
                <a:ea typeface="DejaVu Sans"/>
                <a:cs typeface="DejaVu Sans"/>
              </a:defRPr>
            </a:defPPr>
            <a:lvl1pPr>
              <a:defRPr sz="2025" b="0">
                <a:solidFill>
                  <a:srgbClr val="597079"/>
                </a:solidFill>
                <a:latin typeface="DejaVu Sans"/>
                <a:ea typeface="DejaVu Sans"/>
                <a:cs typeface="DejaVu Sans"/>
              </a:defRPr>
            </a:lvl1pPr>
            <a:lvl2pPr>
              <a:defRPr sz="2025" b="0">
                <a:solidFill>
                  <a:srgbClr val="597079"/>
                </a:solidFill>
                <a:latin typeface="DejaVu Sans"/>
                <a:ea typeface="DejaVu Sans"/>
                <a:cs typeface="DejaVu Sans"/>
              </a:defRPr>
            </a:lvl2pPr>
            <a:lvl3pPr>
              <a:defRPr sz="2025" b="0">
                <a:solidFill>
                  <a:srgbClr val="597079"/>
                </a:solidFill>
                <a:latin typeface="DejaVu Sans"/>
                <a:ea typeface="DejaVu Sans"/>
                <a:cs typeface="DejaVu Sans"/>
              </a:defRPr>
            </a:lvl3pPr>
            <a:lvl4pPr>
              <a:defRPr sz="2025" b="0">
                <a:solidFill>
                  <a:srgbClr val="597079"/>
                </a:solidFill>
                <a:latin typeface="DejaVu Sans"/>
                <a:ea typeface="DejaVu Sans"/>
                <a:cs typeface="DejaVu Sans"/>
              </a:defRPr>
            </a:lvl4pPr>
            <a:lvl5pPr>
              <a:defRPr sz="2025" b="0">
                <a:solidFill>
                  <a:srgbClr val="597079"/>
                </a:solidFill>
                <a:latin typeface="DejaVu Sans"/>
                <a:ea typeface="DejaVu Sans"/>
                <a:cs typeface="DejaVu Sans"/>
              </a:defRPr>
            </a:lvl5pPr>
            <a:lvl6pPr>
              <a:defRPr sz="2025" b="0">
                <a:solidFill>
                  <a:srgbClr val="597079"/>
                </a:solidFill>
                <a:latin typeface="DejaVu Sans"/>
                <a:ea typeface="DejaVu Sans"/>
                <a:cs typeface="DejaVu Sans"/>
              </a:defRPr>
            </a:lvl6pPr>
            <a:lvl7pPr>
              <a:defRPr sz="2025" b="0">
                <a:solidFill>
                  <a:srgbClr val="597079"/>
                </a:solidFill>
                <a:latin typeface="DejaVu Sans"/>
                <a:ea typeface="DejaVu Sans"/>
                <a:cs typeface="DejaVu Sans"/>
              </a:defRPr>
            </a:lvl7pPr>
            <a:lvl8pPr>
              <a:defRPr sz="2025" b="0">
                <a:solidFill>
                  <a:srgbClr val="597079"/>
                </a:solidFill>
                <a:latin typeface="DejaVu Sans"/>
                <a:ea typeface="DejaVu Sans"/>
                <a:cs typeface="DejaVu Sans"/>
              </a:defRPr>
            </a:lvl8pPr>
            <a:lvl9pPr>
              <a:defRPr sz="2025" b="0">
                <a:solidFill>
                  <a:srgbClr val="597079"/>
                </a:solidFill>
                <a:latin typeface="DejaVu Sans"/>
                <a:ea typeface="DejaVu Sans"/>
                <a:cs typeface="DejaVu Sans"/>
              </a:defRPr>
            </a:lvl9pPr>
          </a:lstStyle>
          <a:p>
            <a:pPr>
              <a:defRPr sz="2025" b="0">
                <a:solidFill>
                  <a:srgbClr val="597079"/>
                </a:solidFill>
                <a:latin typeface="DejaVu Sans"/>
                <a:ea typeface="DejaVu Sans"/>
                <a:cs typeface="DejaVu Sans"/>
              </a:defRPr>
            </a:pPr>
            <a:r>
              <a:rPr lang="en-US" sz="2025" b="0" dirty="0">
                <a:solidFill>
                  <a:srgbClr val="597079"/>
                </a:solidFill>
                <a:latin typeface="DejaVu Sans"/>
                <a:ea typeface="DejaVu Sans"/>
                <a:cs typeface="DejaVu Sans"/>
              </a:rPr>
              <a:t>Conjunto de </a:t>
            </a:r>
            <a:r>
              <a:rPr lang="en-US" sz="2025" b="0" dirty="0" err="1">
                <a:solidFill>
                  <a:srgbClr val="597079"/>
                </a:solidFill>
                <a:latin typeface="DejaVu Sans"/>
                <a:ea typeface="DejaVu Sans"/>
                <a:cs typeface="DejaVu Sans"/>
              </a:rPr>
              <a:t>datos</a:t>
            </a:r>
            <a:r>
              <a:rPr lang="en-US" sz="2025" b="0" dirty="0">
                <a:solidFill>
                  <a:srgbClr val="597079"/>
                </a:solidFill>
                <a:latin typeface="DejaVu Sans"/>
                <a:ea typeface="DejaVu Sans"/>
                <a:cs typeface="DejaVu Sans"/>
              </a:rPr>
              <a:t>: </a:t>
            </a:r>
            <a:r>
              <a:rPr sz="2025" b="0" dirty="0">
                <a:solidFill>
                  <a:srgbClr val="597079"/>
                </a:solidFill>
                <a:latin typeface="DejaVu Sans"/>
                <a:ea typeface="DejaVu Sans"/>
                <a:cs typeface="DejaVu Sans"/>
              </a:rPr>
              <a:t>CAMELS-CO</a:t>
            </a:r>
            <a:r>
              <a:rPr lang="en-US" sz="2025" b="0" dirty="0">
                <a:solidFill>
                  <a:srgbClr val="597079"/>
                </a:solidFill>
                <a:latin typeface="DejaVu Sans"/>
                <a:ea typeface="DejaVu Sans"/>
                <a:cs typeface="DejaVu Sans"/>
              </a:rPr>
              <a:t>L</a:t>
            </a:r>
            <a:endParaRPr sz="2025" b="0" dirty="0">
              <a:solidFill>
                <a:srgbClr val="597079"/>
              </a:solidFill>
              <a:latin typeface="DejaVu Sans"/>
              <a:ea typeface="DejaVu Sans"/>
              <a:cs typeface="DejaVu Sans"/>
            </a:endParaRPr>
          </a:p>
        </p:txBody>
      </p:sp>
      <p:sp>
        <p:nvSpPr>
          <p:cNvPr id="8" name="text-7">
            <a:extLst>
              <a:ext uri="{FF2B5EF4-FFF2-40B4-BE49-F238E27FC236}">
                <a16:creationId xmlns:a16="http://schemas.microsoft.com/office/drawing/2014/main" id="{257887D9-6355-4106-84B8-A5CABCECC41A}"/>
              </a:ext>
            </a:extLst>
          </p:cNvPr>
          <p:cNvSpPr>
            <a:spLocks noGrp="1"/>
          </p:cNvSpPr>
          <p:nvPr/>
        </p:nvSpPr>
        <p:spPr>
          <a:xfrm>
            <a:off x="609600" y="3257550"/>
            <a:ext cx="10906125" cy="428625"/>
          </a:xfrm>
          <a:prstGeom prst="rect">
            <a:avLst/>
          </a:prstGeom>
          <a:noFill/>
          <a:ln w="0">
            <a:noFill/>
            <a:prstDash val="solid"/>
          </a:ln>
        </p:spPr>
        <p:txBody>
          <a:bodyPr lIns="0" tIns="0" rIns="0" bIns="0"/>
          <a:lstStyle>
            <a:defPPr>
              <a:defRPr sz="2100" b="0">
                <a:solidFill>
                  <a:srgbClr val="153A48"/>
                </a:solidFill>
                <a:latin typeface="DejaVu Sans"/>
                <a:ea typeface="DejaVu Sans"/>
                <a:cs typeface="DejaVu Sans"/>
              </a:defRPr>
            </a:defPPr>
            <a:lvl1pPr>
              <a:defRPr sz="2100" b="0">
                <a:solidFill>
                  <a:srgbClr val="153A48"/>
                </a:solidFill>
                <a:latin typeface="DejaVu Sans"/>
                <a:ea typeface="DejaVu Sans"/>
                <a:cs typeface="DejaVu Sans"/>
              </a:defRPr>
            </a:lvl1pPr>
            <a:lvl2pPr>
              <a:defRPr sz="2100" b="0">
                <a:solidFill>
                  <a:srgbClr val="153A48"/>
                </a:solidFill>
                <a:latin typeface="DejaVu Sans"/>
                <a:ea typeface="DejaVu Sans"/>
                <a:cs typeface="DejaVu Sans"/>
              </a:defRPr>
            </a:lvl2pPr>
            <a:lvl3pPr>
              <a:defRPr sz="2100" b="0">
                <a:solidFill>
                  <a:srgbClr val="153A48"/>
                </a:solidFill>
                <a:latin typeface="DejaVu Sans"/>
                <a:ea typeface="DejaVu Sans"/>
                <a:cs typeface="DejaVu Sans"/>
              </a:defRPr>
            </a:lvl3pPr>
            <a:lvl4pPr>
              <a:defRPr sz="2100" b="0">
                <a:solidFill>
                  <a:srgbClr val="153A48"/>
                </a:solidFill>
                <a:latin typeface="DejaVu Sans"/>
                <a:ea typeface="DejaVu Sans"/>
                <a:cs typeface="DejaVu Sans"/>
              </a:defRPr>
            </a:lvl4pPr>
            <a:lvl5pPr>
              <a:defRPr sz="2100" b="0">
                <a:solidFill>
                  <a:srgbClr val="153A48"/>
                </a:solidFill>
                <a:latin typeface="DejaVu Sans"/>
                <a:ea typeface="DejaVu Sans"/>
                <a:cs typeface="DejaVu Sans"/>
              </a:defRPr>
            </a:lvl5pPr>
            <a:lvl6pPr>
              <a:defRPr sz="2100" b="0">
                <a:solidFill>
                  <a:srgbClr val="153A48"/>
                </a:solidFill>
                <a:latin typeface="DejaVu Sans"/>
                <a:ea typeface="DejaVu Sans"/>
                <a:cs typeface="DejaVu Sans"/>
              </a:defRPr>
            </a:lvl6pPr>
            <a:lvl7pPr>
              <a:defRPr sz="2100" b="0">
                <a:solidFill>
                  <a:srgbClr val="153A48"/>
                </a:solidFill>
                <a:latin typeface="DejaVu Sans"/>
                <a:ea typeface="DejaVu Sans"/>
                <a:cs typeface="DejaVu Sans"/>
              </a:defRPr>
            </a:lvl7pPr>
            <a:lvl8pPr>
              <a:defRPr sz="2100" b="0">
                <a:solidFill>
                  <a:srgbClr val="153A48"/>
                </a:solidFill>
                <a:latin typeface="DejaVu Sans"/>
                <a:ea typeface="DejaVu Sans"/>
                <a:cs typeface="DejaVu Sans"/>
              </a:defRPr>
            </a:lvl8pPr>
            <a:lvl9pPr>
              <a:defRPr sz="2100" b="0">
                <a:solidFill>
                  <a:srgbClr val="153A48"/>
                </a:solidFill>
                <a:latin typeface="DejaVu Sans"/>
                <a:ea typeface="DejaVu Sans"/>
                <a:cs typeface="DejaVu Sans"/>
              </a:defRPr>
            </a:lvl9pPr>
          </a:lstStyle>
          <a:p>
            <a:pPr>
              <a:defRPr sz="2100" b="0">
                <a:solidFill>
                  <a:srgbClr val="153A48"/>
                </a:solidFill>
                <a:latin typeface="DejaVu Sans"/>
                <a:ea typeface="DejaVu Sans"/>
                <a:cs typeface="DejaVu Sans"/>
              </a:defRPr>
            </a:pPr>
            <a:r>
              <a:rPr sz="2100" b="0">
                <a:solidFill>
                  <a:srgbClr val="153A48"/>
                </a:solidFill>
                <a:latin typeface="DejaVu Sans"/>
                <a:ea typeface="DejaVu Sans"/>
                <a:cs typeface="DejaVu Sans"/>
              </a:rPr>
              <a:t>Caudal y meteorología diaria + atributos de cuenca</a:t>
            </a:r>
          </a:p>
        </p:txBody>
      </p:sp>
      <p:sp>
        <p:nvSpPr>
          <p:cNvPr id="9" name="text-8">
            <a:extLst>
              <a:ext uri="{FF2B5EF4-FFF2-40B4-BE49-F238E27FC236}">
                <a16:creationId xmlns:a16="http://schemas.microsoft.com/office/drawing/2014/main" id="{5831A014-6EA9-46DD-8C14-9BE5675B38BE}"/>
              </a:ext>
            </a:extLst>
          </p:cNvPr>
          <p:cNvSpPr>
            <a:spLocks noGrp="1"/>
          </p:cNvSpPr>
          <p:nvPr/>
        </p:nvSpPr>
        <p:spPr>
          <a:xfrm>
            <a:off x="609600" y="4067175"/>
            <a:ext cx="5048250" cy="342900"/>
          </a:xfrm>
          <a:prstGeom prst="rect">
            <a:avLst/>
          </a:prstGeom>
          <a:noFill/>
          <a:ln w="0">
            <a:noFill/>
            <a:prstDash val="solid"/>
          </a:ln>
        </p:spPr>
        <p:txBody>
          <a:bodyPr lIns="0" tIns="0" rIns="0" bIns="0"/>
          <a:lstStyle>
            <a:defPPr>
              <a:defRPr sz="1800" b="1">
                <a:solidFill>
                  <a:srgbClr val="087E8B"/>
                </a:solidFill>
                <a:latin typeface="DejaVu Sans"/>
                <a:ea typeface="DejaVu Sans"/>
                <a:cs typeface="DejaVu Sans"/>
              </a:defRPr>
            </a:defPPr>
            <a:lvl1pPr>
              <a:defRPr sz="1800" b="1">
                <a:solidFill>
                  <a:srgbClr val="087E8B"/>
                </a:solidFill>
                <a:latin typeface="DejaVu Sans"/>
                <a:ea typeface="DejaVu Sans"/>
                <a:cs typeface="DejaVu Sans"/>
              </a:defRPr>
            </a:lvl1pPr>
            <a:lvl2pPr>
              <a:defRPr sz="1800" b="1">
                <a:solidFill>
                  <a:srgbClr val="087E8B"/>
                </a:solidFill>
                <a:latin typeface="DejaVu Sans"/>
                <a:ea typeface="DejaVu Sans"/>
                <a:cs typeface="DejaVu Sans"/>
              </a:defRPr>
            </a:lvl2pPr>
            <a:lvl3pPr>
              <a:defRPr sz="1800" b="1">
                <a:solidFill>
                  <a:srgbClr val="087E8B"/>
                </a:solidFill>
                <a:latin typeface="DejaVu Sans"/>
                <a:ea typeface="DejaVu Sans"/>
                <a:cs typeface="DejaVu Sans"/>
              </a:defRPr>
            </a:lvl3pPr>
            <a:lvl4pPr>
              <a:defRPr sz="1800" b="1">
                <a:solidFill>
                  <a:srgbClr val="087E8B"/>
                </a:solidFill>
                <a:latin typeface="DejaVu Sans"/>
                <a:ea typeface="DejaVu Sans"/>
                <a:cs typeface="DejaVu Sans"/>
              </a:defRPr>
            </a:lvl4pPr>
            <a:lvl5pPr>
              <a:defRPr sz="1800" b="1">
                <a:solidFill>
                  <a:srgbClr val="087E8B"/>
                </a:solidFill>
                <a:latin typeface="DejaVu Sans"/>
                <a:ea typeface="DejaVu Sans"/>
                <a:cs typeface="DejaVu Sans"/>
              </a:defRPr>
            </a:lvl5pPr>
            <a:lvl6pPr>
              <a:defRPr sz="1800" b="1">
                <a:solidFill>
                  <a:srgbClr val="087E8B"/>
                </a:solidFill>
                <a:latin typeface="DejaVu Sans"/>
                <a:ea typeface="DejaVu Sans"/>
                <a:cs typeface="DejaVu Sans"/>
              </a:defRPr>
            </a:lvl6pPr>
            <a:lvl7pPr>
              <a:defRPr sz="1800" b="1">
                <a:solidFill>
                  <a:srgbClr val="087E8B"/>
                </a:solidFill>
                <a:latin typeface="DejaVu Sans"/>
                <a:ea typeface="DejaVu Sans"/>
                <a:cs typeface="DejaVu Sans"/>
              </a:defRPr>
            </a:lvl7pPr>
            <a:lvl8pPr>
              <a:defRPr sz="1800" b="1">
                <a:solidFill>
                  <a:srgbClr val="087E8B"/>
                </a:solidFill>
                <a:latin typeface="DejaVu Sans"/>
                <a:ea typeface="DejaVu Sans"/>
                <a:cs typeface="DejaVu Sans"/>
              </a:defRPr>
            </a:lvl8pPr>
            <a:lvl9pPr>
              <a:defRPr sz="1800" b="1">
                <a:solidFill>
                  <a:srgbClr val="087E8B"/>
                </a:solidFill>
                <a:latin typeface="DejaVu Sans"/>
                <a:ea typeface="DejaVu Sans"/>
                <a:cs typeface="DejaVu Sans"/>
              </a:defRPr>
            </a:lvl9pPr>
          </a:lstStyle>
          <a:p>
            <a:pPr>
              <a:defRPr sz="1800" b="1">
                <a:solidFill>
                  <a:srgbClr val="087E8B"/>
                </a:solidFill>
                <a:latin typeface="DejaVu Sans"/>
                <a:ea typeface="DejaVu Sans"/>
                <a:cs typeface="DejaVu Sans"/>
              </a:defRPr>
            </a:pPr>
            <a:r>
              <a:rPr sz="1800" b="1">
                <a:solidFill>
                  <a:srgbClr val="087E8B"/>
                </a:solidFill>
                <a:latin typeface="DejaVu Sans"/>
                <a:ea typeface="DejaVu Sans"/>
                <a:cs typeface="DejaVu Sans"/>
              </a:rPr>
              <a:t>Modelos por comparar</a:t>
            </a:r>
          </a:p>
        </p:txBody>
      </p:sp>
      <p:sp>
        <p:nvSpPr>
          <p:cNvPr id="10" name="text-9">
            <a:extLst>
              <a:ext uri="{FF2B5EF4-FFF2-40B4-BE49-F238E27FC236}">
                <a16:creationId xmlns:a16="http://schemas.microsoft.com/office/drawing/2014/main" id="{72F781AE-9EE2-4790-A07E-88D0D26B78DC}"/>
              </a:ext>
            </a:extLst>
          </p:cNvPr>
          <p:cNvSpPr>
            <a:spLocks noGrp="1"/>
          </p:cNvSpPr>
          <p:nvPr/>
        </p:nvSpPr>
        <p:spPr>
          <a:xfrm>
            <a:off x="609600" y="4543425"/>
            <a:ext cx="4762500" cy="1219200"/>
          </a:xfrm>
          <a:prstGeom prst="rect">
            <a:avLst/>
          </a:prstGeom>
          <a:noFill/>
          <a:ln w="0">
            <a:noFill/>
            <a:prstDash val="solid"/>
          </a:ln>
        </p:spPr>
        <p:txBody>
          <a:bodyPr lIns="0" tIns="0" rIns="0" bIns="0"/>
          <a:lstStyle>
            <a:defPPr>
              <a:defRPr sz="2100" b="0">
                <a:solidFill>
                  <a:srgbClr val="153A48"/>
                </a:solidFill>
                <a:latin typeface="DejaVu Sans"/>
                <a:ea typeface="DejaVu Sans"/>
                <a:cs typeface="DejaVu Sans"/>
              </a:defRPr>
            </a:defPPr>
            <a:lvl1pPr>
              <a:defRPr sz="2100" b="0">
                <a:solidFill>
                  <a:srgbClr val="153A48"/>
                </a:solidFill>
                <a:latin typeface="DejaVu Sans"/>
                <a:ea typeface="DejaVu Sans"/>
                <a:cs typeface="DejaVu Sans"/>
              </a:defRPr>
            </a:lvl1pPr>
            <a:lvl2pPr>
              <a:defRPr sz="2100" b="0">
                <a:solidFill>
                  <a:srgbClr val="153A48"/>
                </a:solidFill>
                <a:latin typeface="DejaVu Sans"/>
                <a:ea typeface="DejaVu Sans"/>
                <a:cs typeface="DejaVu Sans"/>
              </a:defRPr>
            </a:lvl2pPr>
            <a:lvl3pPr>
              <a:defRPr sz="2100" b="0">
                <a:solidFill>
                  <a:srgbClr val="153A48"/>
                </a:solidFill>
                <a:latin typeface="DejaVu Sans"/>
                <a:ea typeface="DejaVu Sans"/>
                <a:cs typeface="DejaVu Sans"/>
              </a:defRPr>
            </a:lvl3pPr>
            <a:lvl4pPr>
              <a:defRPr sz="2100" b="0">
                <a:solidFill>
                  <a:srgbClr val="153A48"/>
                </a:solidFill>
                <a:latin typeface="DejaVu Sans"/>
                <a:ea typeface="DejaVu Sans"/>
                <a:cs typeface="DejaVu Sans"/>
              </a:defRPr>
            </a:lvl4pPr>
            <a:lvl5pPr>
              <a:defRPr sz="2100" b="0">
                <a:solidFill>
                  <a:srgbClr val="153A48"/>
                </a:solidFill>
                <a:latin typeface="DejaVu Sans"/>
                <a:ea typeface="DejaVu Sans"/>
                <a:cs typeface="DejaVu Sans"/>
              </a:defRPr>
            </a:lvl5pPr>
            <a:lvl6pPr>
              <a:defRPr sz="2100" b="0">
                <a:solidFill>
                  <a:srgbClr val="153A48"/>
                </a:solidFill>
                <a:latin typeface="DejaVu Sans"/>
                <a:ea typeface="DejaVu Sans"/>
                <a:cs typeface="DejaVu Sans"/>
              </a:defRPr>
            </a:lvl6pPr>
            <a:lvl7pPr>
              <a:defRPr sz="2100" b="0">
                <a:solidFill>
                  <a:srgbClr val="153A48"/>
                </a:solidFill>
                <a:latin typeface="DejaVu Sans"/>
                <a:ea typeface="DejaVu Sans"/>
                <a:cs typeface="DejaVu Sans"/>
              </a:defRPr>
            </a:lvl7pPr>
            <a:lvl8pPr>
              <a:defRPr sz="2100" b="0">
                <a:solidFill>
                  <a:srgbClr val="153A48"/>
                </a:solidFill>
                <a:latin typeface="DejaVu Sans"/>
                <a:ea typeface="DejaVu Sans"/>
                <a:cs typeface="DejaVu Sans"/>
              </a:defRPr>
            </a:lvl8pPr>
            <a:lvl9pPr>
              <a:defRPr sz="2100" b="0">
                <a:solidFill>
                  <a:srgbClr val="153A48"/>
                </a:solidFill>
                <a:latin typeface="DejaVu Sans"/>
                <a:ea typeface="DejaVu Sans"/>
                <a:cs typeface="DejaVu Sans"/>
              </a:defRPr>
            </a:lvl9pPr>
          </a:lstStyle>
          <a:p>
            <a:pPr>
              <a:defRPr sz="2100" b="0">
                <a:solidFill>
                  <a:srgbClr val="153A48"/>
                </a:solidFill>
                <a:latin typeface="DejaVu Sans"/>
                <a:ea typeface="DejaVu Sans"/>
                <a:cs typeface="DejaVu Sans"/>
              </a:defRPr>
            </a:pPr>
            <a:r>
              <a:rPr sz="2100" b="0">
                <a:solidFill>
                  <a:srgbClr val="153A48"/>
                </a:solidFill>
                <a:latin typeface="DejaVu Sans"/>
                <a:ea typeface="DejaVu Sans"/>
                <a:cs typeface="DejaVu Sans"/>
              </a:rPr>
              <a:t>Regresión lineal</a:t>
            </a:r>
          </a:p>
          <a:p>
            <a:pPr>
              <a:defRPr sz="2100" b="0">
                <a:solidFill>
                  <a:srgbClr val="153A48"/>
                </a:solidFill>
                <a:latin typeface="DejaVu Sans"/>
                <a:ea typeface="DejaVu Sans"/>
                <a:cs typeface="DejaVu Sans"/>
              </a:defRPr>
            </a:pPr>
            <a:r>
              <a:rPr sz="2100" b="0">
                <a:solidFill>
                  <a:srgbClr val="153A48"/>
                </a:solidFill>
                <a:latin typeface="DejaVu Sans"/>
                <a:ea typeface="DejaVu Sans"/>
                <a:cs typeface="DejaVu Sans"/>
              </a:rPr>
              <a:t>Random Forest</a:t>
            </a:r>
          </a:p>
          <a:p>
            <a:pPr>
              <a:defRPr sz="2100" b="0">
                <a:solidFill>
                  <a:srgbClr val="153A48"/>
                </a:solidFill>
                <a:latin typeface="DejaVu Sans"/>
                <a:ea typeface="DejaVu Sans"/>
                <a:cs typeface="DejaVu Sans"/>
              </a:defRPr>
            </a:pPr>
            <a:r>
              <a:rPr sz="2100" b="0">
                <a:solidFill>
                  <a:srgbClr val="153A48"/>
                </a:solidFill>
                <a:latin typeface="DejaVu Sans"/>
                <a:ea typeface="DejaVu Sans"/>
                <a:cs typeface="DejaVu Sans"/>
              </a:rPr>
              <a:t>LSTM regional</a:t>
            </a:r>
          </a:p>
        </p:txBody>
      </p:sp>
      <p:sp>
        <p:nvSpPr>
          <p:cNvPr id="11" name="text-10">
            <a:extLst>
              <a:ext uri="{FF2B5EF4-FFF2-40B4-BE49-F238E27FC236}">
                <a16:creationId xmlns:a16="http://schemas.microsoft.com/office/drawing/2014/main" id="{B5E5C386-BFEC-4408-96BA-BBC20E911863}"/>
              </a:ext>
            </a:extLst>
          </p:cNvPr>
          <p:cNvSpPr>
            <a:spLocks noGrp="1"/>
          </p:cNvSpPr>
          <p:nvPr/>
        </p:nvSpPr>
        <p:spPr>
          <a:xfrm>
            <a:off x="6229350" y="4067175"/>
            <a:ext cx="5429250" cy="381000"/>
          </a:xfrm>
          <a:prstGeom prst="rect">
            <a:avLst/>
          </a:prstGeom>
          <a:noFill/>
          <a:ln w="0">
            <a:noFill/>
            <a:prstDash val="solid"/>
          </a:ln>
        </p:spPr>
        <p:txBody>
          <a:bodyPr lIns="0" tIns="0" rIns="0" bIns="0"/>
          <a:lstStyle>
            <a:defPPr>
              <a:defRPr sz="1800" b="1">
                <a:solidFill>
                  <a:srgbClr val="087E8B"/>
                </a:solidFill>
                <a:latin typeface="DejaVu Sans"/>
                <a:ea typeface="DejaVu Sans"/>
                <a:cs typeface="DejaVu Sans"/>
              </a:defRPr>
            </a:defPPr>
            <a:lvl1pPr>
              <a:defRPr sz="1800" b="1">
                <a:solidFill>
                  <a:srgbClr val="087E8B"/>
                </a:solidFill>
                <a:latin typeface="DejaVu Sans"/>
                <a:ea typeface="DejaVu Sans"/>
                <a:cs typeface="DejaVu Sans"/>
              </a:defRPr>
            </a:lvl1pPr>
            <a:lvl2pPr>
              <a:defRPr sz="1800" b="1">
                <a:solidFill>
                  <a:srgbClr val="087E8B"/>
                </a:solidFill>
                <a:latin typeface="DejaVu Sans"/>
                <a:ea typeface="DejaVu Sans"/>
                <a:cs typeface="DejaVu Sans"/>
              </a:defRPr>
            </a:lvl2pPr>
            <a:lvl3pPr>
              <a:defRPr sz="1800" b="1">
                <a:solidFill>
                  <a:srgbClr val="087E8B"/>
                </a:solidFill>
                <a:latin typeface="DejaVu Sans"/>
                <a:ea typeface="DejaVu Sans"/>
                <a:cs typeface="DejaVu Sans"/>
              </a:defRPr>
            </a:lvl3pPr>
            <a:lvl4pPr>
              <a:defRPr sz="1800" b="1">
                <a:solidFill>
                  <a:srgbClr val="087E8B"/>
                </a:solidFill>
                <a:latin typeface="DejaVu Sans"/>
                <a:ea typeface="DejaVu Sans"/>
                <a:cs typeface="DejaVu Sans"/>
              </a:defRPr>
            </a:lvl4pPr>
            <a:lvl5pPr>
              <a:defRPr sz="1800" b="1">
                <a:solidFill>
                  <a:srgbClr val="087E8B"/>
                </a:solidFill>
                <a:latin typeface="DejaVu Sans"/>
                <a:ea typeface="DejaVu Sans"/>
                <a:cs typeface="DejaVu Sans"/>
              </a:defRPr>
            </a:lvl5pPr>
            <a:lvl6pPr>
              <a:defRPr sz="1800" b="1">
                <a:solidFill>
                  <a:srgbClr val="087E8B"/>
                </a:solidFill>
                <a:latin typeface="DejaVu Sans"/>
                <a:ea typeface="DejaVu Sans"/>
                <a:cs typeface="DejaVu Sans"/>
              </a:defRPr>
            </a:lvl6pPr>
            <a:lvl7pPr>
              <a:defRPr sz="1800" b="1">
                <a:solidFill>
                  <a:srgbClr val="087E8B"/>
                </a:solidFill>
                <a:latin typeface="DejaVu Sans"/>
                <a:ea typeface="DejaVu Sans"/>
                <a:cs typeface="DejaVu Sans"/>
              </a:defRPr>
            </a:lvl7pPr>
            <a:lvl8pPr>
              <a:defRPr sz="1800" b="1">
                <a:solidFill>
                  <a:srgbClr val="087E8B"/>
                </a:solidFill>
                <a:latin typeface="DejaVu Sans"/>
                <a:ea typeface="DejaVu Sans"/>
                <a:cs typeface="DejaVu Sans"/>
              </a:defRPr>
            </a:lvl8pPr>
            <a:lvl9pPr>
              <a:defRPr sz="1800" b="1">
                <a:solidFill>
                  <a:srgbClr val="087E8B"/>
                </a:solidFill>
                <a:latin typeface="DejaVu Sans"/>
                <a:ea typeface="DejaVu Sans"/>
                <a:cs typeface="DejaVu Sans"/>
              </a:defRPr>
            </a:lvl9pPr>
          </a:lstStyle>
          <a:p>
            <a:pPr>
              <a:defRPr sz="1800" b="1">
                <a:solidFill>
                  <a:srgbClr val="087E8B"/>
                </a:solidFill>
                <a:latin typeface="DejaVu Sans"/>
                <a:ea typeface="DejaVu Sans"/>
                <a:cs typeface="DejaVu Sans"/>
              </a:defRPr>
            </a:pPr>
            <a:r>
              <a:rPr sz="1800" b="1">
                <a:solidFill>
                  <a:srgbClr val="087E8B"/>
                </a:solidFill>
                <a:latin typeface="DejaVu Sans"/>
                <a:ea typeface="DejaVu Sans"/>
                <a:cs typeface="DejaVu Sans"/>
              </a:rPr>
              <a:t>Validación temporal y espacial</a:t>
            </a:r>
          </a:p>
        </p:txBody>
      </p:sp>
      <p:sp>
        <p:nvSpPr>
          <p:cNvPr id="12" name="text-11">
            <a:extLst>
              <a:ext uri="{FF2B5EF4-FFF2-40B4-BE49-F238E27FC236}">
                <a16:creationId xmlns:a16="http://schemas.microsoft.com/office/drawing/2014/main" id="{65B314B3-2053-42B9-84F8-DD4A64E4D625}"/>
              </a:ext>
            </a:extLst>
          </p:cNvPr>
          <p:cNvSpPr>
            <a:spLocks noGrp="1"/>
          </p:cNvSpPr>
          <p:nvPr/>
        </p:nvSpPr>
        <p:spPr>
          <a:xfrm>
            <a:off x="6229350" y="4572000"/>
            <a:ext cx="5429250" cy="857250"/>
          </a:xfrm>
          <a:prstGeom prst="rect">
            <a:avLst/>
          </a:prstGeom>
          <a:noFill/>
          <a:ln w="0">
            <a:noFill/>
            <a:prstDash val="solid"/>
          </a:ln>
        </p:spPr>
        <p:txBody>
          <a:bodyPr lIns="0" tIns="0" rIns="0" bIns="0"/>
          <a:lstStyle>
            <a:defPPr>
              <a:defRPr sz="2025" b="0">
                <a:solidFill>
                  <a:srgbClr val="153A48"/>
                </a:solidFill>
                <a:latin typeface="DejaVu Sans"/>
                <a:ea typeface="DejaVu Sans"/>
                <a:cs typeface="DejaVu Sans"/>
              </a:defRPr>
            </a:defPPr>
            <a:lvl1pPr>
              <a:defRPr sz="2025" b="0">
                <a:solidFill>
                  <a:srgbClr val="153A48"/>
                </a:solidFill>
                <a:latin typeface="DejaVu Sans"/>
                <a:ea typeface="DejaVu Sans"/>
                <a:cs typeface="DejaVu Sans"/>
              </a:defRPr>
            </a:lvl1pPr>
            <a:lvl2pPr>
              <a:defRPr sz="2025" b="0">
                <a:solidFill>
                  <a:srgbClr val="153A48"/>
                </a:solidFill>
                <a:latin typeface="DejaVu Sans"/>
                <a:ea typeface="DejaVu Sans"/>
                <a:cs typeface="DejaVu Sans"/>
              </a:defRPr>
            </a:lvl2pPr>
            <a:lvl3pPr>
              <a:defRPr sz="2025" b="0">
                <a:solidFill>
                  <a:srgbClr val="153A48"/>
                </a:solidFill>
                <a:latin typeface="DejaVu Sans"/>
                <a:ea typeface="DejaVu Sans"/>
                <a:cs typeface="DejaVu Sans"/>
              </a:defRPr>
            </a:lvl3pPr>
            <a:lvl4pPr>
              <a:defRPr sz="2025" b="0">
                <a:solidFill>
                  <a:srgbClr val="153A48"/>
                </a:solidFill>
                <a:latin typeface="DejaVu Sans"/>
                <a:ea typeface="DejaVu Sans"/>
                <a:cs typeface="DejaVu Sans"/>
              </a:defRPr>
            </a:lvl4pPr>
            <a:lvl5pPr>
              <a:defRPr sz="2025" b="0">
                <a:solidFill>
                  <a:srgbClr val="153A48"/>
                </a:solidFill>
                <a:latin typeface="DejaVu Sans"/>
                <a:ea typeface="DejaVu Sans"/>
                <a:cs typeface="DejaVu Sans"/>
              </a:defRPr>
            </a:lvl5pPr>
            <a:lvl6pPr>
              <a:defRPr sz="2025" b="0">
                <a:solidFill>
                  <a:srgbClr val="153A48"/>
                </a:solidFill>
                <a:latin typeface="DejaVu Sans"/>
                <a:ea typeface="DejaVu Sans"/>
                <a:cs typeface="DejaVu Sans"/>
              </a:defRPr>
            </a:lvl6pPr>
            <a:lvl7pPr>
              <a:defRPr sz="2025" b="0">
                <a:solidFill>
                  <a:srgbClr val="153A48"/>
                </a:solidFill>
                <a:latin typeface="DejaVu Sans"/>
                <a:ea typeface="DejaVu Sans"/>
                <a:cs typeface="DejaVu Sans"/>
              </a:defRPr>
            </a:lvl7pPr>
            <a:lvl8pPr>
              <a:defRPr sz="2025" b="0">
                <a:solidFill>
                  <a:srgbClr val="153A48"/>
                </a:solidFill>
                <a:latin typeface="DejaVu Sans"/>
                <a:ea typeface="DejaVu Sans"/>
                <a:cs typeface="DejaVu Sans"/>
              </a:defRPr>
            </a:lvl8pPr>
            <a:lvl9pPr>
              <a:defRPr sz="2025" b="0">
                <a:solidFill>
                  <a:srgbClr val="153A48"/>
                </a:solidFill>
                <a:latin typeface="DejaVu Sans"/>
                <a:ea typeface="DejaVu Sans"/>
                <a:cs typeface="DejaVu Sans"/>
              </a:defRPr>
            </a:lvl9pPr>
          </a:lstStyle>
          <a:p>
            <a:pPr>
              <a:defRPr sz="2025" b="0">
                <a:solidFill>
                  <a:srgbClr val="153A48"/>
                </a:solidFill>
                <a:latin typeface="DejaVu Sans"/>
                <a:ea typeface="DejaVu Sans"/>
                <a:cs typeface="DejaVu Sans"/>
              </a:defRPr>
            </a:pPr>
            <a:r>
              <a:rPr sz="2025" b="0">
                <a:solidFill>
                  <a:srgbClr val="153A48"/>
                </a:solidFill>
                <a:latin typeface="DejaVu Sans"/>
                <a:ea typeface="DejaVu Sans"/>
                <a:cs typeface="DejaVu Sans"/>
              </a:rPr>
              <a:t>NSE y KGE ≥ 0,70</a:t>
            </a:r>
          </a:p>
          <a:p>
            <a:pPr>
              <a:defRPr sz="2025" b="0">
                <a:solidFill>
                  <a:srgbClr val="153A48"/>
                </a:solidFill>
                <a:latin typeface="DejaVu Sans"/>
                <a:ea typeface="DejaVu Sans"/>
                <a:cs typeface="DejaVu Sans"/>
              </a:defRPr>
            </a:pPr>
            <a:r>
              <a:rPr sz="2025" b="0">
                <a:solidFill>
                  <a:srgbClr val="153A48"/>
                </a:solidFill>
                <a:latin typeface="DejaVu Sans"/>
                <a:ea typeface="DejaVu Sans"/>
                <a:cs typeface="DejaVu Sans"/>
              </a:rPr>
              <a:t>NSE ≥ 0,50 en cuencas no vistas</a:t>
            </a:r>
          </a:p>
        </p:txBody>
      </p:sp>
      <p:sp>
        <p:nvSpPr>
          <p:cNvPr id="13" name="text-12">
            <a:extLst>
              <a:ext uri="{FF2B5EF4-FFF2-40B4-BE49-F238E27FC236}">
                <a16:creationId xmlns:a16="http://schemas.microsoft.com/office/drawing/2014/main" id="{41E62715-4111-44BA-A737-4887E6C985D6}"/>
              </a:ext>
            </a:extLst>
          </p:cNvPr>
          <p:cNvSpPr>
            <a:spLocks noGrp="1"/>
          </p:cNvSpPr>
          <p:nvPr/>
        </p:nvSpPr>
        <p:spPr>
          <a:xfrm>
            <a:off x="6229350" y="5610225"/>
            <a:ext cx="5429250" cy="285750"/>
          </a:xfrm>
          <a:prstGeom prst="rect">
            <a:avLst/>
          </a:prstGeom>
          <a:noFill/>
          <a:ln w="0">
            <a:noFill/>
            <a:prstDash val="solid"/>
          </a:ln>
        </p:spPr>
        <p:txBody>
          <a:bodyPr lIns="0" tIns="0" rIns="0" bIns="0"/>
          <a:lstStyle>
            <a:defPPr>
              <a:defRPr sz="1425" b="0">
                <a:solidFill>
                  <a:srgbClr val="597079"/>
                </a:solidFill>
                <a:latin typeface="DejaVu Sans"/>
                <a:ea typeface="DejaVu Sans"/>
                <a:cs typeface="DejaVu Sans"/>
              </a:defRPr>
            </a:defPPr>
            <a:lvl1pPr>
              <a:defRPr sz="1425" b="0">
                <a:solidFill>
                  <a:srgbClr val="597079"/>
                </a:solidFill>
                <a:latin typeface="DejaVu Sans"/>
                <a:ea typeface="DejaVu Sans"/>
                <a:cs typeface="DejaVu Sans"/>
              </a:defRPr>
            </a:lvl1pPr>
            <a:lvl2pPr>
              <a:defRPr sz="1425" b="0">
                <a:solidFill>
                  <a:srgbClr val="597079"/>
                </a:solidFill>
                <a:latin typeface="DejaVu Sans"/>
                <a:ea typeface="DejaVu Sans"/>
                <a:cs typeface="DejaVu Sans"/>
              </a:defRPr>
            </a:lvl2pPr>
            <a:lvl3pPr>
              <a:defRPr sz="1425" b="0">
                <a:solidFill>
                  <a:srgbClr val="597079"/>
                </a:solidFill>
                <a:latin typeface="DejaVu Sans"/>
                <a:ea typeface="DejaVu Sans"/>
                <a:cs typeface="DejaVu Sans"/>
              </a:defRPr>
            </a:lvl3pPr>
            <a:lvl4pPr>
              <a:defRPr sz="1425" b="0">
                <a:solidFill>
                  <a:srgbClr val="597079"/>
                </a:solidFill>
                <a:latin typeface="DejaVu Sans"/>
                <a:ea typeface="DejaVu Sans"/>
                <a:cs typeface="DejaVu Sans"/>
              </a:defRPr>
            </a:lvl4pPr>
            <a:lvl5pPr>
              <a:defRPr sz="1425" b="0">
                <a:solidFill>
                  <a:srgbClr val="597079"/>
                </a:solidFill>
                <a:latin typeface="DejaVu Sans"/>
                <a:ea typeface="DejaVu Sans"/>
                <a:cs typeface="DejaVu Sans"/>
              </a:defRPr>
            </a:lvl5pPr>
            <a:lvl6pPr>
              <a:defRPr sz="1425" b="0">
                <a:solidFill>
                  <a:srgbClr val="597079"/>
                </a:solidFill>
                <a:latin typeface="DejaVu Sans"/>
                <a:ea typeface="DejaVu Sans"/>
                <a:cs typeface="DejaVu Sans"/>
              </a:defRPr>
            </a:lvl6pPr>
            <a:lvl7pPr>
              <a:defRPr sz="1425" b="0">
                <a:solidFill>
                  <a:srgbClr val="597079"/>
                </a:solidFill>
                <a:latin typeface="DejaVu Sans"/>
                <a:ea typeface="DejaVu Sans"/>
                <a:cs typeface="DejaVu Sans"/>
              </a:defRPr>
            </a:lvl7pPr>
            <a:lvl8pPr>
              <a:defRPr sz="1425" b="0">
                <a:solidFill>
                  <a:srgbClr val="597079"/>
                </a:solidFill>
                <a:latin typeface="DejaVu Sans"/>
                <a:ea typeface="DejaVu Sans"/>
                <a:cs typeface="DejaVu Sans"/>
              </a:defRPr>
            </a:lvl8pPr>
            <a:lvl9pPr>
              <a:defRPr sz="1425" b="0">
                <a:solidFill>
                  <a:srgbClr val="597079"/>
                </a:solidFill>
                <a:latin typeface="DejaVu Sans"/>
                <a:ea typeface="DejaVu Sans"/>
                <a:cs typeface="DejaVu Sans"/>
              </a:defRPr>
            </a:lvl9pPr>
          </a:lstStyle>
          <a:p>
            <a:pPr>
              <a:defRPr sz="1425" b="0">
                <a:solidFill>
                  <a:srgbClr val="597079"/>
                </a:solidFill>
                <a:latin typeface="DejaVu Sans"/>
                <a:ea typeface="DejaVu Sans"/>
                <a:cs typeface="DejaVu Sans"/>
              </a:defRPr>
            </a:pPr>
            <a:r>
              <a:rPr sz="1425" b="0">
                <a:solidFill>
                  <a:srgbClr val="597079"/>
                </a:solidFill>
                <a:latin typeface="DejaVu Sans"/>
                <a:ea typeface="DejaVu Sans"/>
                <a:cs typeface="DejaVu Sans"/>
              </a:rPr>
              <a:t>Metas propuestas para la siguiente fase</a:t>
            </a:r>
          </a:p>
        </p:txBody>
      </p:sp>
      <p:pic>
        <p:nvPicPr>
          <p:cNvPr id="16" name="Picture 15" descr="File:University of Los Andes logo.svg - Wikipedia">
            <a:extLst>
              <a:ext uri="{FF2B5EF4-FFF2-40B4-BE49-F238E27FC236}">
                <a16:creationId xmlns:a16="http://schemas.microsoft.com/office/drawing/2014/main" id="{A87FAA72-4A81-79A5-592F-68E380154482}"/>
              </a:ext>
            </a:extLst>
          </p:cNvPr>
          <p:cNvPicPr>
            <a:picLocks noChangeAspect="1"/>
          </p:cNvPicPr>
          <p:nvPr/>
        </p:nvPicPr>
        <p:blipFill>
          <a:blip r:embed="rId3"/>
          <a:stretch>
            <a:fillRect/>
          </a:stretch>
        </p:blipFill>
        <p:spPr>
          <a:xfrm>
            <a:off x="10924096" y="364236"/>
            <a:ext cx="658304" cy="781050"/>
          </a:xfrm>
          <a:prstGeom prst="rect">
            <a:avLst/>
          </a:prstGeom>
        </p:spPr>
      </p:pic>
    </p:spTree>
    <p:extLst>
      <p:ext uri="{BB962C8B-B14F-4D97-AF65-F5344CB8AC3E}">
        <p14:creationId xmlns:p14="http://schemas.microsoft.com/office/powerpoint/2010/main" val="1752287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A"/>
        </a:solidFill>
        <a:effectLst/>
      </p:bgPr>
    </p:bg>
    <p:spTree>
      <p:nvGrpSpPr>
        <p:cNvPr id="1" name=""/>
        <p:cNvGrpSpPr/>
        <p:nvPr/>
      </p:nvGrpSpPr>
      <p:grpSpPr>
        <a:xfrm>
          <a:off x="0" y="0"/>
          <a:ext cx="0" cy="0"/>
          <a:chOff x="0" y="0"/>
          <a:chExt cx="0" cy="0"/>
        </a:xfrm>
      </p:grpSpPr>
      <p:sp>
        <p:nvSpPr>
          <p:cNvPr id="12" name="text-0">
            <a:extLst>
              <a:ext uri="{FF2B5EF4-FFF2-40B4-BE49-F238E27FC236}">
                <a16:creationId xmlns:a16="http://schemas.microsoft.com/office/drawing/2014/main" id="{F925E71D-C680-4E8F-955D-E5DDFD012528}"/>
              </a:ext>
            </a:extLst>
          </p:cNvPr>
          <p:cNvSpPr>
            <a:spLocks noGrp="1"/>
          </p:cNvSpPr>
          <p:nvPr/>
        </p:nvSpPr>
        <p:spPr>
          <a:xfrm>
            <a:off x="609600" y="457200"/>
            <a:ext cx="10972800" cy="952500"/>
          </a:xfrm>
          <a:prstGeom prst="rect">
            <a:avLst/>
          </a:prstGeom>
          <a:noFill/>
          <a:ln w="0">
            <a:noFill/>
            <a:prstDash val="solid"/>
          </a:ln>
        </p:spPr>
        <p:txBody>
          <a:bodyPr lIns="0" tIns="0" rIns="0" bIns="0"/>
          <a:lstStyle>
            <a:defPPr>
              <a:defRPr sz="3300" b="1">
                <a:solidFill>
                  <a:srgbClr val="153A48"/>
                </a:solidFill>
                <a:latin typeface="DejaVu Sans"/>
                <a:ea typeface="DejaVu Sans"/>
                <a:cs typeface="DejaVu Sans"/>
              </a:defRPr>
            </a:defPPr>
            <a:lvl1pPr>
              <a:defRPr sz="3300" b="1">
                <a:solidFill>
                  <a:srgbClr val="153A48"/>
                </a:solidFill>
                <a:latin typeface="DejaVu Sans"/>
                <a:ea typeface="DejaVu Sans"/>
                <a:cs typeface="DejaVu Sans"/>
              </a:defRPr>
            </a:lvl1pPr>
            <a:lvl2pPr>
              <a:defRPr sz="3300" b="1">
                <a:solidFill>
                  <a:srgbClr val="153A48"/>
                </a:solidFill>
                <a:latin typeface="DejaVu Sans"/>
                <a:ea typeface="DejaVu Sans"/>
                <a:cs typeface="DejaVu Sans"/>
              </a:defRPr>
            </a:lvl2pPr>
            <a:lvl3pPr>
              <a:defRPr sz="3300" b="1">
                <a:solidFill>
                  <a:srgbClr val="153A48"/>
                </a:solidFill>
                <a:latin typeface="DejaVu Sans"/>
                <a:ea typeface="DejaVu Sans"/>
                <a:cs typeface="DejaVu Sans"/>
              </a:defRPr>
            </a:lvl3pPr>
            <a:lvl4pPr>
              <a:defRPr sz="3300" b="1">
                <a:solidFill>
                  <a:srgbClr val="153A48"/>
                </a:solidFill>
                <a:latin typeface="DejaVu Sans"/>
                <a:ea typeface="DejaVu Sans"/>
                <a:cs typeface="DejaVu Sans"/>
              </a:defRPr>
            </a:lvl4pPr>
            <a:lvl5pPr>
              <a:defRPr sz="3300" b="1">
                <a:solidFill>
                  <a:srgbClr val="153A48"/>
                </a:solidFill>
                <a:latin typeface="DejaVu Sans"/>
                <a:ea typeface="DejaVu Sans"/>
                <a:cs typeface="DejaVu Sans"/>
              </a:defRPr>
            </a:lvl5pPr>
            <a:lvl6pPr>
              <a:defRPr sz="3300" b="1">
                <a:solidFill>
                  <a:srgbClr val="153A48"/>
                </a:solidFill>
                <a:latin typeface="DejaVu Sans"/>
                <a:ea typeface="DejaVu Sans"/>
                <a:cs typeface="DejaVu Sans"/>
              </a:defRPr>
            </a:lvl6pPr>
            <a:lvl7pPr>
              <a:defRPr sz="3300" b="1">
                <a:solidFill>
                  <a:srgbClr val="153A48"/>
                </a:solidFill>
                <a:latin typeface="DejaVu Sans"/>
                <a:ea typeface="DejaVu Sans"/>
                <a:cs typeface="DejaVu Sans"/>
              </a:defRPr>
            </a:lvl7pPr>
            <a:lvl8pPr>
              <a:defRPr sz="3300" b="1">
                <a:solidFill>
                  <a:srgbClr val="153A48"/>
                </a:solidFill>
                <a:latin typeface="DejaVu Sans"/>
                <a:ea typeface="DejaVu Sans"/>
                <a:cs typeface="DejaVu Sans"/>
              </a:defRPr>
            </a:lvl8pPr>
            <a:lvl9pPr>
              <a:defRPr sz="3300" b="1">
                <a:solidFill>
                  <a:srgbClr val="153A48"/>
                </a:solidFill>
                <a:latin typeface="DejaVu Sans"/>
                <a:ea typeface="DejaVu Sans"/>
                <a:cs typeface="DejaVu Sans"/>
              </a:defRPr>
            </a:lvl9pPr>
          </a:lstStyle>
          <a:p>
            <a:pPr>
              <a:defRPr sz="3300" b="1">
                <a:solidFill>
                  <a:srgbClr val="153A48"/>
                </a:solidFill>
                <a:latin typeface="DejaVu Sans"/>
                <a:ea typeface="DejaVu Sans"/>
                <a:cs typeface="DejaVu Sans"/>
              </a:defRPr>
            </a:pPr>
            <a:r>
              <a:rPr sz="3300" b="1">
                <a:solidFill>
                  <a:srgbClr val="153A48"/>
                </a:solidFill>
                <a:latin typeface="DejaVu Sans"/>
                <a:ea typeface="DejaVu Sans"/>
                <a:cs typeface="DejaVu Sans"/>
              </a:rPr>
              <a:t>Los vacíos de fechas son el principal riesgo</a:t>
            </a:r>
          </a:p>
        </p:txBody>
      </p:sp>
      <p:sp>
        <p:nvSpPr>
          <p:cNvPr id="2" name="text-1">
            <a:extLst>
              <a:ext uri="{FF2B5EF4-FFF2-40B4-BE49-F238E27FC236}">
                <a16:creationId xmlns:a16="http://schemas.microsoft.com/office/drawing/2014/main" id="{7AD0EEAB-D051-47B6-9683-B016E14787B7}"/>
              </a:ext>
            </a:extLst>
          </p:cNvPr>
          <p:cNvSpPr>
            <a:spLocks noGrp="1"/>
          </p:cNvSpPr>
          <p:nvPr/>
        </p:nvSpPr>
        <p:spPr>
          <a:xfrm>
            <a:off x="609600" y="6419850"/>
            <a:ext cx="8096250" cy="238125"/>
          </a:xfrm>
          <a:prstGeom prst="rect">
            <a:avLst/>
          </a:prstGeom>
          <a:noFill/>
          <a:ln w="0">
            <a:noFill/>
            <a:prstDash val="solid"/>
          </a:ln>
        </p:spPr>
        <p:txBody>
          <a:bodyPr lIns="0" tIns="0" rIns="0" bIns="0"/>
          <a:lstStyle>
            <a:defPPr>
              <a:defRPr sz="1200" b="0">
                <a:solidFill>
                  <a:srgbClr val="597079"/>
                </a:solidFill>
                <a:latin typeface="DejaVu Sans"/>
                <a:ea typeface="DejaVu Sans"/>
                <a:cs typeface="DejaVu Sans"/>
              </a:defRPr>
            </a:defPPr>
            <a:lvl1pPr>
              <a:defRPr sz="1200" b="0">
                <a:solidFill>
                  <a:srgbClr val="597079"/>
                </a:solidFill>
                <a:latin typeface="DejaVu Sans"/>
                <a:ea typeface="DejaVu Sans"/>
                <a:cs typeface="DejaVu Sans"/>
              </a:defRPr>
            </a:lvl1pPr>
            <a:lvl2pPr>
              <a:defRPr sz="1200" b="0">
                <a:solidFill>
                  <a:srgbClr val="597079"/>
                </a:solidFill>
                <a:latin typeface="DejaVu Sans"/>
                <a:ea typeface="DejaVu Sans"/>
                <a:cs typeface="DejaVu Sans"/>
              </a:defRPr>
            </a:lvl2pPr>
            <a:lvl3pPr>
              <a:defRPr sz="1200" b="0">
                <a:solidFill>
                  <a:srgbClr val="597079"/>
                </a:solidFill>
                <a:latin typeface="DejaVu Sans"/>
                <a:ea typeface="DejaVu Sans"/>
                <a:cs typeface="DejaVu Sans"/>
              </a:defRPr>
            </a:lvl3pPr>
            <a:lvl4pPr>
              <a:defRPr sz="1200" b="0">
                <a:solidFill>
                  <a:srgbClr val="597079"/>
                </a:solidFill>
                <a:latin typeface="DejaVu Sans"/>
                <a:ea typeface="DejaVu Sans"/>
                <a:cs typeface="DejaVu Sans"/>
              </a:defRPr>
            </a:lvl4pPr>
            <a:lvl5pPr>
              <a:defRPr sz="1200" b="0">
                <a:solidFill>
                  <a:srgbClr val="597079"/>
                </a:solidFill>
                <a:latin typeface="DejaVu Sans"/>
                <a:ea typeface="DejaVu Sans"/>
                <a:cs typeface="DejaVu Sans"/>
              </a:defRPr>
            </a:lvl5pPr>
            <a:lvl6pPr>
              <a:defRPr sz="1200" b="0">
                <a:solidFill>
                  <a:srgbClr val="597079"/>
                </a:solidFill>
                <a:latin typeface="DejaVu Sans"/>
                <a:ea typeface="DejaVu Sans"/>
                <a:cs typeface="DejaVu Sans"/>
              </a:defRPr>
            </a:lvl6pPr>
            <a:lvl7pPr>
              <a:defRPr sz="1200" b="0">
                <a:solidFill>
                  <a:srgbClr val="597079"/>
                </a:solidFill>
                <a:latin typeface="DejaVu Sans"/>
                <a:ea typeface="DejaVu Sans"/>
                <a:cs typeface="DejaVu Sans"/>
              </a:defRPr>
            </a:lvl7pPr>
            <a:lvl8pPr>
              <a:defRPr sz="1200" b="0">
                <a:solidFill>
                  <a:srgbClr val="597079"/>
                </a:solidFill>
                <a:latin typeface="DejaVu Sans"/>
                <a:ea typeface="DejaVu Sans"/>
                <a:cs typeface="DejaVu Sans"/>
              </a:defRPr>
            </a:lvl8pPr>
            <a:lvl9pPr>
              <a:defRPr sz="1200" b="0">
                <a:solidFill>
                  <a:srgbClr val="597079"/>
                </a:solidFill>
                <a:latin typeface="DejaVu Sans"/>
                <a:ea typeface="DejaVu Sans"/>
                <a:cs typeface="DejaVu Sans"/>
              </a:defRPr>
            </a:lvl9pPr>
          </a:lstStyle>
          <a:p>
            <a:pPr>
              <a:defRPr sz="1200" b="0">
                <a:solidFill>
                  <a:srgbClr val="597079"/>
                </a:solidFill>
                <a:latin typeface="DejaVu Sans"/>
                <a:ea typeface="DejaVu Sans"/>
                <a:cs typeface="DejaVu Sans"/>
              </a:defRPr>
            </a:pPr>
            <a:r>
              <a:rPr sz="1200" b="0">
                <a:solidFill>
                  <a:srgbClr val="597079"/>
                </a:solidFill>
                <a:latin typeface="DejaVu Sans"/>
                <a:ea typeface="DejaVu Sans"/>
                <a:cs typeface="DejaVu Sans"/>
              </a:rPr>
              <a:t>CAUDAL-COL   /   Primera entrega</a:t>
            </a:r>
          </a:p>
        </p:txBody>
      </p:sp>
      <p:sp>
        <p:nvSpPr>
          <p:cNvPr id="3" name="text-2">
            <a:extLst>
              <a:ext uri="{FF2B5EF4-FFF2-40B4-BE49-F238E27FC236}">
                <a16:creationId xmlns:a16="http://schemas.microsoft.com/office/drawing/2014/main" id="{89D3D987-FCCD-40C3-9B5F-5C561CF4849F}"/>
              </a:ext>
            </a:extLst>
          </p:cNvPr>
          <p:cNvSpPr>
            <a:spLocks noGrp="1"/>
          </p:cNvSpPr>
          <p:nvPr/>
        </p:nvSpPr>
        <p:spPr>
          <a:xfrm>
            <a:off x="10668000" y="6419850"/>
            <a:ext cx="952500" cy="238125"/>
          </a:xfrm>
          <a:prstGeom prst="rect">
            <a:avLst/>
          </a:prstGeom>
          <a:noFill/>
          <a:ln w="0">
            <a:noFill/>
            <a:prstDash val="solid"/>
          </a:ln>
        </p:spPr>
        <p:txBody>
          <a:bodyPr lIns="0" tIns="0" rIns="0" bIns="0"/>
          <a:lstStyle>
            <a:defPPr>
              <a:defRPr sz="1200" b="0">
                <a:solidFill>
                  <a:srgbClr val="597079"/>
                </a:solidFill>
                <a:latin typeface="DejaVu Sans"/>
                <a:ea typeface="DejaVu Sans"/>
                <a:cs typeface="DejaVu Sans"/>
              </a:defRPr>
            </a:defPPr>
            <a:lvl1pPr>
              <a:defRPr sz="1200" b="0">
                <a:solidFill>
                  <a:srgbClr val="597079"/>
                </a:solidFill>
                <a:latin typeface="DejaVu Sans"/>
                <a:ea typeface="DejaVu Sans"/>
                <a:cs typeface="DejaVu Sans"/>
              </a:defRPr>
            </a:lvl1pPr>
            <a:lvl2pPr>
              <a:defRPr sz="1200" b="0">
                <a:solidFill>
                  <a:srgbClr val="597079"/>
                </a:solidFill>
                <a:latin typeface="DejaVu Sans"/>
                <a:ea typeface="DejaVu Sans"/>
                <a:cs typeface="DejaVu Sans"/>
              </a:defRPr>
            </a:lvl2pPr>
            <a:lvl3pPr>
              <a:defRPr sz="1200" b="0">
                <a:solidFill>
                  <a:srgbClr val="597079"/>
                </a:solidFill>
                <a:latin typeface="DejaVu Sans"/>
                <a:ea typeface="DejaVu Sans"/>
                <a:cs typeface="DejaVu Sans"/>
              </a:defRPr>
            </a:lvl3pPr>
            <a:lvl4pPr>
              <a:defRPr sz="1200" b="0">
                <a:solidFill>
                  <a:srgbClr val="597079"/>
                </a:solidFill>
                <a:latin typeface="DejaVu Sans"/>
                <a:ea typeface="DejaVu Sans"/>
                <a:cs typeface="DejaVu Sans"/>
              </a:defRPr>
            </a:lvl4pPr>
            <a:lvl5pPr>
              <a:defRPr sz="1200" b="0">
                <a:solidFill>
                  <a:srgbClr val="597079"/>
                </a:solidFill>
                <a:latin typeface="DejaVu Sans"/>
                <a:ea typeface="DejaVu Sans"/>
                <a:cs typeface="DejaVu Sans"/>
              </a:defRPr>
            </a:lvl5pPr>
            <a:lvl6pPr>
              <a:defRPr sz="1200" b="0">
                <a:solidFill>
                  <a:srgbClr val="597079"/>
                </a:solidFill>
                <a:latin typeface="DejaVu Sans"/>
                <a:ea typeface="DejaVu Sans"/>
                <a:cs typeface="DejaVu Sans"/>
              </a:defRPr>
            </a:lvl6pPr>
            <a:lvl7pPr>
              <a:defRPr sz="1200" b="0">
                <a:solidFill>
                  <a:srgbClr val="597079"/>
                </a:solidFill>
                <a:latin typeface="DejaVu Sans"/>
                <a:ea typeface="DejaVu Sans"/>
                <a:cs typeface="DejaVu Sans"/>
              </a:defRPr>
            </a:lvl7pPr>
            <a:lvl8pPr>
              <a:defRPr sz="1200" b="0">
                <a:solidFill>
                  <a:srgbClr val="597079"/>
                </a:solidFill>
                <a:latin typeface="DejaVu Sans"/>
                <a:ea typeface="DejaVu Sans"/>
                <a:cs typeface="DejaVu Sans"/>
              </a:defRPr>
            </a:lvl8pPr>
            <a:lvl9pPr>
              <a:defRPr sz="1200" b="0">
                <a:solidFill>
                  <a:srgbClr val="597079"/>
                </a:solidFill>
                <a:latin typeface="DejaVu Sans"/>
                <a:ea typeface="DejaVu Sans"/>
                <a:cs typeface="DejaVu Sans"/>
              </a:defRPr>
            </a:lvl9pPr>
          </a:lstStyle>
          <a:p>
            <a:pPr>
              <a:defRPr sz="1200" b="0">
                <a:solidFill>
                  <a:srgbClr val="597079"/>
                </a:solidFill>
                <a:latin typeface="DejaVu Sans"/>
                <a:ea typeface="DejaVu Sans"/>
                <a:cs typeface="DejaVu Sans"/>
              </a:defRPr>
            </a:pPr>
            <a:r>
              <a:rPr sz="1200" b="0">
                <a:solidFill>
                  <a:srgbClr val="597079"/>
                </a:solidFill>
                <a:latin typeface="DejaVu Sans"/>
                <a:ea typeface="DejaVu Sans"/>
                <a:cs typeface="DejaVu Sans"/>
              </a:rPr>
              <a:t>3 / 4</a:t>
            </a:r>
          </a:p>
        </p:txBody>
      </p:sp>
      <p:sp>
        <p:nvSpPr>
          <p:cNvPr id="4" name="text-3">
            <a:extLst>
              <a:ext uri="{FF2B5EF4-FFF2-40B4-BE49-F238E27FC236}">
                <a16:creationId xmlns:a16="http://schemas.microsoft.com/office/drawing/2014/main" id="{6644AFD9-CCE7-4014-92B9-CAC06130A2AB}"/>
              </a:ext>
            </a:extLst>
          </p:cNvPr>
          <p:cNvSpPr>
            <a:spLocks noGrp="1"/>
          </p:cNvSpPr>
          <p:nvPr/>
        </p:nvSpPr>
        <p:spPr>
          <a:xfrm>
            <a:off x="609600" y="1438275"/>
            <a:ext cx="10858500" cy="381000"/>
          </a:xfrm>
          <a:prstGeom prst="rect">
            <a:avLst/>
          </a:prstGeom>
          <a:noFill/>
          <a:ln w="0">
            <a:noFill/>
            <a:prstDash val="solid"/>
          </a:ln>
        </p:spPr>
        <p:txBody>
          <a:bodyPr lIns="0" tIns="0" rIns="0" bIns="0"/>
          <a:lstStyle>
            <a:defPPr>
              <a:defRPr sz="2025" b="0">
                <a:solidFill>
                  <a:srgbClr val="597079"/>
                </a:solidFill>
                <a:latin typeface="DejaVu Sans"/>
                <a:ea typeface="DejaVu Sans"/>
                <a:cs typeface="DejaVu Sans"/>
              </a:defRPr>
            </a:defPPr>
            <a:lvl1pPr>
              <a:defRPr sz="2025" b="0">
                <a:solidFill>
                  <a:srgbClr val="597079"/>
                </a:solidFill>
                <a:latin typeface="DejaVu Sans"/>
                <a:ea typeface="DejaVu Sans"/>
                <a:cs typeface="DejaVu Sans"/>
              </a:defRPr>
            </a:lvl1pPr>
            <a:lvl2pPr>
              <a:defRPr sz="2025" b="0">
                <a:solidFill>
                  <a:srgbClr val="597079"/>
                </a:solidFill>
                <a:latin typeface="DejaVu Sans"/>
                <a:ea typeface="DejaVu Sans"/>
                <a:cs typeface="DejaVu Sans"/>
              </a:defRPr>
            </a:lvl2pPr>
            <a:lvl3pPr>
              <a:defRPr sz="2025" b="0">
                <a:solidFill>
                  <a:srgbClr val="597079"/>
                </a:solidFill>
                <a:latin typeface="DejaVu Sans"/>
                <a:ea typeface="DejaVu Sans"/>
                <a:cs typeface="DejaVu Sans"/>
              </a:defRPr>
            </a:lvl3pPr>
            <a:lvl4pPr>
              <a:defRPr sz="2025" b="0">
                <a:solidFill>
                  <a:srgbClr val="597079"/>
                </a:solidFill>
                <a:latin typeface="DejaVu Sans"/>
                <a:ea typeface="DejaVu Sans"/>
                <a:cs typeface="DejaVu Sans"/>
              </a:defRPr>
            </a:lvl4pPr>
            <a:lvl5pPr>
              <a:defRPr sz="2025" b="0">
                <a:solidFill>
                  <a:srgbClr val="597079"/>
                </a:solidFill>
                <a:latin typeface="DejaVu Sans"/>
                <a:ea typeface="DejaVu Sans"/>
                <a:cs typeface="DejaVu Sans"/>
              </a:defRPr>
            </a:lvl5pPr>
            <a:lvl6pPr>
              <a:defRPr sz="2025" b="0">
                <a:solidFill>
                  <a:srgbClr val="597079"/>
                </a:solidFill>
                <a:latin typeface="DejaVu Sans"/>
                <a:ea typeface="DejaVu Sans"/>
                <a:cs typeface="DejaVu Sans"/>
              </a:defRPr>
            </a:lvl6pPr>
            <a:lvl7pPr>
              <a:defRPr sz="2025" b="0">
                <a:solidFill>
                  <a:srgbClr val="597079"/>
                </a:solidFill>
                <a:latin typeface="DejaVu Sans"/>
                <a:ea typeface="DejaVu Sans"/>
                <a:cs typeface="DejaVu Sans"/>
              </a:defRPr>
            </a:lvl7pPr>
            <a:lvl8pPr>
              <a:defRPr sz="2025" b="0">
                <a:solidFill>
                  <a:srgbClr val="597079"/>
                </a:solidFill>
                <a:latin typeface="DejaVu Sans"/>
                <a:ea typeface="DejaVu Sans"/>
                <a:cs typeface="DejaVu Sans"/>
              </a:defRPr>
            </a:lvl8pPr>
            <a:lvl9pPr>
              <a:defRPr sz="2025" b="0">
                <a:solidFill>
                  <a:srgbClr val="597079"/>
                </a:solidFill>
                <a:latin typeface="DejaVu Sans"/>
                <a:ea typeface="DejaVu Sans"/>
                <a:cs typeface="DejaVu Sans"/>
              </a:defRPr>
            </a:lvl9pPr>
          </a:lstStyle>
          <a:p>
            <a:pPr>
              <a:defRPr sz="2025" b="0">
                <a:solidFill>
                  <a:srgbClr val="597079"/>
                </a:solidFill>
                <a:latin typeface="DejaVu Sans"/>
                <a:ea typeface="DejaVu Sans"/>
                <a:cs typeface="DejaVu Sans"/>
              </a:defRPr>
            </a:pPr>
            <a:r>
              <a:rPr sz="2400" b="1" dirty="0">
                <a:solidFill>
                  <a:srgbClr val="597079"/>
                </a:solidFill>
                <a:latin typeface="DejaVu Sans"/>
                <a:ea typeface="DejaVu Sans"/>
                <a:cs typeface="DejaVu Sans"/>
              </a:rPr>
              <a:t>4.072.868</a:t>
            </a:r>
            <a:r>
              <a:rPr sz="2400" b="0" dirty="0">
                <a:solidFill>
                  <a:srgbClr val="597079"/>
                </a:solidFill>
                <a:latin typeface="DejaVu Sans"/>
                <a:ea typeface="DejaVu Sans"/>
                <a:cs typeface="DejaVu Sans"/>
              </a:rPr>
              <a:t> </a:t>
            </a:r>
            <a:r>
              <a:rPr sz="2400" b="0" dirty="0" err="1">
                <a:solidFill>
                  <a:srgbClr val="597079"/>
                </a:solidFill>
                <a:latin typeface="DejaVu Sans"/>
                <a:ea typeface="DejaVu Sans"/>
                <a:cs typeface="DejaVu Sans"/>
              </a:rPr>
              <a:t>registros</a:t>
            </a:r>
            <a:r>
              <a:rPr sz="2400" b="0" dirty="0">
                <a:solidFill>
                  <a:srgbClr val="597079"/>
                </a:solidFill>
                <a:latin typeface="DejaVu Sans"/>
                <a:ea typeface="DejaVu Sans"/>
                <a:cs typeface="DejaVu Sans"/>
              </a:rPr>
              <a:t> </a:t>
            </a:r>
            <a:r>
              <a:rPr sz="2400" b="0" dirty="0" err="1">
                <a:solidFill>
                  <a:srgbClr val="597079"/>
                </a:solidFill>
                <a:latin typeface="DejaVu Sans"/>
                <a:ea typeface="DejaVu Sans"/>
                <a:cs typeface="DejaVu Sans"/>
              </a:rPr>
              <a:t>diarios</a:t>
            </a:r>
            <a:r>
              <a:rPr sz="2400" b="0" dirty="0">
                <a:solidFill>
                  <a:srgbClr val="597079"/>
                </a:solidFill>
                <a:latin typeface="DejaVu Sans"/>
                <a:ea typeface="DejaVu Sans"/>
                <a:cs typeface="DejaVu Sans"/>
              </a:rPr>
              <a:t> </a:t>
            </a:r>
            <a:r>
              <a:rPr sz="2400" b="0" dirty="0" err="1">
                <a:solidFill>
                  <a:srgbClr val="597079"/>
                </a:solidFill>
                <a:latin typeface="DejaVu Sans"/>
                <a:ea typeface="DejaVu Sans"/>
                <a:cs typeface="DejaVu Sans"/>
              </a:rPr>
              <a:t>revisados</a:t>
            </a:r>
            <a:endParaRPr sz="2400" b="0" dirty="0">
              <a:solidFill>
                <a:srgbClr val="597079"/>
              </a:solidFill>
              <a:latin typeface="DejaVu Sans"/>
              <a:ea typeface="DejaVu Sans"/>
              <a:cs typeface="DejaVu Sans"/>
            </a:endParaRPr>
          </a:p>
        </p:txBody>
      </p:sp>
      <p:sp>
        <p:nvSpPr>
          <p:cNvPr id="5" name="text-4">
            <a:extLst>
              <a:ext uri="{FF2B5EF4-FFF2-40B4-BE49-F238E27FC236}">
                <a16:creationId xmlns:a16="http://schemas.microsoft.com/office/drawing/2014/main" id="{B0EC1694-E51C-47F0-87AC-33B2ABE5028A}"/>
              </a:ext>
            </a:extLst>
          </p:cNvPr>
          <p:cNvSpPr>
            <a:spLocks noGrp="1"/>
          </p:cNvSpPr>
          <p:nvPr/>
        </p:nvSpPr>
        <p:spPr>
          <a:xfrm>
            <a:off x="609600" y="2266950"/>
            <a:ext cx="5191125" cy="971550"/>
          </a:xfrm>
          <a:prstGeom prst="rect">
            <a:avLst/>
          </a:prstGeom>
          <a:noFill/>
          <a:ln w="0">
            <a:noFill/>
            <a:prstDash val="solid"/>
          </a:ln>
        </p:spPr>
        <p:txBody>
          <a:bodyPr lIns="0" tIns="0" rIns="0" bIns="0"/>
          <a:lstStyle>
            <a:defPPr>
              <a:defRPr sz="6225" b="1">
                <a:solidFill>
                  <a:srgbClr val="C66736"/>
                </a:solidFill>
                <a:latin typeface="DejaVu Sans"/>
                <a:ea typeface="DejaVu Sans"/>
                <a:cs typeface="DejaVu Sans"/>
              </a:defRPr>
            </a:defPPr>
            <a:lvl1pPr>
              <a:defRPr sz="6225" b="1">
                <a:solidFill>
                  <a:srgbClr val="C66736"/>
                </a:solidFill>
                <a:latin typeface="DejaVu Sans"/>
                <a:ea typeface="DejaVu Sans"/>
                <a:cs typeface="DejaVu Sans"/>
              </a:defRPr>
            </a:lvl1pPr>
            <a:lvl2pPr>
              <a:defRPr sz="6225" b="1">
                <a:solidFill>
                  <a:srgbClr val="C66736"/>
                </a:solidFill>
                <a:latin typeface="DejaVu Sans"/>
                <a:ea typeface="DejaVu Sans"/>
                <a:cs typeface="DejaVu Sans"/>
              </a:defRPr>
            </a:lvl2pPr>
            <a:lvl3pPr>
              <a:defRPr sz="6225" b="1">
                <a:solidFill>
                  <a:srgbClr val="C66736"/>
                </a:solidFill>
                <a:latin typeface="DejaVu Sans"/>
                <a:ea typeface="DejaVu Sans"/>
                <a:cs typeface="DejaVu Sans"/>
              </a:defRPr>
            </a:lvl3pPr>
            <a:lvl4pPr>
              <a:defRPr sz="6225" b="1">
                <a:solidFill>
                  <a:srgbClr val="C66736"/>
                </a:solidFill>
                <a:latin typeface="DejaVu Sans"/>
                <a:ea typeface="DejaVu Sans"/>
                <a:cs typeface="DejaVu Sans"/>
              </a:defRPr>
            </a:lvl4pPr>
            <a:lvl5pPr>
              <a:defRPr sz="6225" b="1">
                <a:solidFill>
                  <a:srgbClr val="C66736"/>
                </a:solidFill>
                <a:latin typeface="DejaVu Sans"/>
                <a:ea typeface="DejaVu Sans"/>
                <a:cs typeface="DejaVu Sans"/>
              </a:defRPr>
            </a:lvl5pPr>
            <a:lvl6pPr>
              <a:defRPr sz="6225" b="1">
                <a:solidFill>
                  <a:srgbClr val="C66736"/>
                </a:solidFill>
                <a:latin typeface="DejaVu Sans"/>
                <a:ea typeface="DejaVu Sans"/>
                <a:cs typeface="DejaVu Sans"/>
              </a:defRPr>
            </a:lvl6pPr>
            <a:lvl7pPr>
              <a:defRPr sz="6225" b="1">
                <a:solidFill>
                  <a:srgbClr val="C66736"/>
                </a:solidFill>
                <a:latin typeface="DejaVu Sans"/>
                <a:ea typeface="DejaVu Sans"/>
                <a:cs typeface="DejaVu Sans"/>
              </a:defRPr>
            </a:lvl7pPr>
            <a:lvl8pPr>
              <a:defRPr sz="6225" b="1">
                <a:solidFill>
                  <a:srgbClr val="C66736"/>
                </a:solidFill>
                <a:latin typeface="DejaVu Sans"/>
                <a:ea typeface="DejaVu Sans"/>
                <a:cs typeface="DejaVu Sans"/>
              </a:defRPr>
            </a:lvl8pPr>
            <a:lvl9pPr>
              <a:defRPr sz="6225" b="1">
                <a:solidFill>
                  <a:srgbClr val="C66736"/>
                </a:solidFill>
                <a:latin typeface="DejaVu Sans"/>
                <a:ea typeface="DejaVu Sans"/>
                <a:cs typeface="DejaVu Sans"/>
              </a:defRPr>
            </a:lvl9pPr>
          </a:lstStyle>
          <a:p>
            <a:pPr>
              <a:defRPr sz="6225" b="1">
                <a:solidFill>
                  <a:srgbClr val="C66736"/>
                </a:solidFill>
                <a:latin typeface="DejaVu Sans"/>
                <a:ea typeface="DejaVu Sans"/>
                <a:cs typeface="DejaVu Sans"/>
              </a:defRPr>
            </a:pPr>
            <a:r>
              <a:rPr sz="6225" b="1">
                <a:solidFill>
                  <a:srgbClr val="C66736"/>
                </a:solidFill>
                <a:latin typeface="DejaVu Sans"/>
                <a:ea typeface="DejaVu Sans"/>
                <a:cs typeface="DejaVu Sans"/>
              </a:rPr>
              <a:t>18.281</a:t>
            </a:r>
          </a:p>
        </p:txBody>
      </p:sp>
      <p:sp>
        <p:nvSpPr>
          <p:cNvPr id="6" name="text-5">
            <a:extLst>
              <a:ext uri="{FF2B5EF4-FFF2-40B4-BE49-F238E27FC236}">
                <a16:creationId xmlns:a16="http://schemas.microsoft.com/office/drawing/2014/main" id="{CE742753-F135-4848-85E2-F950A446E7E0}"/>
              </a:ext>
            </a:extLst>
          </p:cNvPr>
          <p:cNvSpPr>
            <a:spLocks noGrp="1"/>
          </p:cNvSpPr>
          <p:nvPr/>
        </p:nvSpPr>
        <p:spPr>
          <a:xfrm>
            <a:off x="647700" y="3333750"/>
            <a:ext cx="5238750" cy="428625"/>
          </a:xfrm>
          <a:prstGeom prst="rect">
            <a:avLst/>
          </a:prstGeom>
          <a:noFill/>
          <a:ln w="0">
            <a:noFill/>
            <a:prstDash val="solid"/>
          </a:ln>
        </p:spPr>
        <p:txBody>
          <a:bodyPr lIns="0" tIns="0" rIns="0" bIns="0"/>
          <a:lstStyle>
            <a:defPPr>
              <a:defRPr sz="2025" b="0">
                <a:solidFill>
                  <a:srgbClr val="153A48"/>
                </a:solidFill>
                <a:latin typeface="DejaVu Sans"/>
                <a:ea typeface="DejaVu Sans"/>
                <a:cs typeface="DejaVu Sans"/>
              </a:defRPr>
            </a:defPPr>
            <a:lvl1pPr>
              <a:defRPr sz="2025" b="0">
                <a:solidFill>
                  <a:srgbClr val="153A48"/>
                </a:solidFill>
                <a:latin typeface="DejaVu Sans"/>
                <a:ea typeface="DejaVu Sans"/>
                <a:cs typeface="DejaVu Sans"/>
              </a:defRPr>
            </a:lvl1pPr>
            <a:lvl2pPr>
              <a:defRPr sz="2025" b="0">
                <a:solidFill>
                  <a:srgbClr val="153A48"/>
                </a:solidFill>
                <a:latin typeface="DejaVu Sans"/>
                <a:ea typeface="DejaVu Sans"/>
                <a:cs typeface="DejaVu Sans"/>
              </a:defRPr>
            </a:lvl2pPr>
            <a:lvl3pPr>
              <a:defRPr sz="2025" b="0">
                <a:solidFill>
                  <a:srgbClr val="153A48"/>
                </a:solidFill>
                <a:latin typeface="DejaVu Sans"/>
                <a:ea typeface="DejaVu Sans"/>
                <a:cs typeface="DejaVu Sans"/>
              </a:defRPr>
            </a:lvl3pPr>
            <a:lvl4pPr>
              <a:defRPr sz="2025" b="0">
                <a:solidFill>
                  <a:srgbClr val="153A48"/>
                </a:solidFill>
                <a:latin typeface="DejaVu Sans"/>
                <a:ea typeface="DejaVu Sans"/>
                <a:cs typeface="DejaVu Sans"/>
              </a:defRPr>
            </a:lvl4pPr>
            <a:lvl5pPr>
              <a:defRPr sz="2025" b="0">
                <a:solidFill>
                  <a:srgbClr val="153A48"/>
                </a:solidFill>
                <a:latin typeface="DejaVu Sans"/>
                <a:ea typeface="DejaVu Sans"/>
                <a:cs typeface="DejaVu Sans"/>
              </a:defRPr>
            </a:lvl5pPr>
            <a:lvl6pPr>
              <a:defRPr sz="2025" b="0">
                <a:solidFill>
                  <a:srgbClr val="153A48"/>
                </a:solidFill>
                <a:latin typeface="DejaVu Sans"/>
                <a:ea typeface="DejaVu Sans"/>
                <a:cs typeface="DejaVu Sans"/>
              </a:defRPr>
            </a:lvl6pPr>
            <a:lvl7pPr>
              <a:defRPr sz="2025" b="0">
                <a:solidFill>
                  <a:srgbClr val="153A48"/>
                </a:solidFill>
                <a:latin typeface="DejaVu Sans"/>
                <a:ea typeface="DejaVu Sans"/>
                <a:cs typeface="DejaVu Sans"/>
              </a:defRPr>
            </a:lvl7pPr>
            <a:lvl8pPr>
              <a:defRPr sz="2025" b="0">
                <a:solidFill>
                  <a:srgbClr val="153A48"/>
                </a:solidFill>
                <a:latin typeface="DejaVu Sans"/>
                <a:ea typeface="DejaVu Sans"/>
                <a:cs typeface="DejaVu Sans"/>
              </a:defRPr>
            </a:lvl8pPr>
            <a:lvl9pPr>
              <a:defRPr sz="2025" b="0">
                <a:solidFill>
                  <a:srgbClr val="153A48"/>
                </a:solidFill>
                <a:latin typeface="DejaVu Sans"/>
                <a:ea typeface="DejaVu Sans"/>
                <a:cs typeface="DejaVu Sans"/>
              </a:defRPr>
            </a:lvl9pPr>
          </a:lstStyle>
          <a:p>
            <a:pPr>
              <a:defRPr sz="2025" b="0">
                <a:solidFill>
                  <a:srgbClr val="153A48"/>
                </a:solidFill>
                <a:latin typeface="DejaVu Sans"/>
                <a:ea typeface="DejaVu Sans"/>
                <a:cs typeface="DejaVu Sans"/>
              </a:defRPr>
            </a:pPr>
            <a:r>
              <a:rPr sz="2025" b="0">
                <a:solidFill>
                  <a:srgbClr val="153A48"/>
                </a:solidFill>
                <a:latin typeface="DejaVu Sans"/>
                <a:ea typeface="DejaVu Sans"/>
                <a:cs typeface="DejaVu Sans"/>
              </a:rPr>
              <a:t>interrupciones en las fechas</a:t>
            </a:r>
          </a:p>
        </p:txBody>
      </p:sp>
      <p:sp>
        <p:nvSpPr>
          <p:cNvPr id="7" name="text-6">
            <a:extLst>
              <a:ext uri="{FF2B5EF4-FFF2-40B4-BE49-F238E27FC236}">
                <a16:creationId xmlns:a16="http://schemas.microsoft.com/office/drawing/2014/main" id="{7741278B-BC53-4F15-A73C-F934DC46751E}"/>
              </a:ext>
            </a:extLst>
          </p:cNvPr>
          <p:cNvSpPr>
            <a:spLocks noGrp="1"/>
          </p:cNvSpPr>
          <p:nvPr/>
        </p:nvSpPr>
        <p:spPr>
          <a:xfrm>
            <a:off x="609600" y="4095750"/>
            <a:ext cx="5143500" cy="619125"/>
          </a:xfrm>
          <a:prstGeom prst="rect">
            <a:avLst/>
          </a:prstGeom>
          <a:noFill/>
          <a:ln w="0">
            <a:noFill/>
            <a:prstDash val="solid"/>
          </a:ln>
        </p:spPr>
        <p:txBody>
          <a:bodyPr lIns="0" tIns="0" rIns="0" bIns="0"/>
          <a:lstStyle>
            <a:defPPr>
              <a:defRPr sz="3525" b="1">
                <a:solidFill>
                  <a:srgbClr val="153A48"/>
                </a:solidFill>
                <a:latin typeface="DejaVu Sans"/>
                <a:ea typeface="DejaVu Sans"/>
                <a:cs typeface="DejaVu Sans"/>
              </a:defRPr>
            </a:defPPr>
            <a:lvl1pPr>
              <a:defRPr sz="3525" b="1">
                <a:solidFill>
                  <a:srgbClr val="153A48"/>
                </a:solidFill>
                <a:latin typeface="DejaVu Sans"/>
                <a:ea typeface="DejaVu Sans"/>
                <a:cs typeface="DejaVu Sans"/>
              </a:defRPr>
            </a:lvl1pPr>
            <a:lvl2pPr>
              <a:defRPr sz="3525" b="1">
                <a:solidFill>
                  <a:srgbClr val="153A48"/>
                </a:solidFill>
                <a:latin typeface="DejaVu Sans"/>
                <a:ea typeface="DejaVu Sans"/>
                <a:cs typeface="DejaVu Sans"/>
              </a:defRPr>
            </a:lvl2pPr>
            <a:lvl3pPr>
              <a:defRPr sz="3525" b="1">
                <a:solidFill>
                  <a:srgbClr val="153A48"/>
                </a:solidFill>
                <a:latin typeface="DejaVu Sans"/>
                <a:ea typeface="DejaVu Sans"/>
                <a:cs typeface="DejaVu Sans"/>
              </a:defRPr>
            </a:lvl3pPr>
            <a:lvl4pPr>
              <a:defRPr sz="3525" b="1">
                <a:solidFill>
                  <a:srgbClr val="153A48"/>
                </a:solidFill>
                <a:latin typeface="DejaVu Sans"/>
                <a:ea typeface="DejaVu Sans"/>
                <a:cs typeface="DejaVu Sans"/>
              </a:defRPr>
            </a:lvl4pPr>
            <a:lvl5pPr>
              <a:defRPr sz="3525" b="1">
                <a:solidFill>
                  <a:srgbClr val="153A48"/>
                </a:solidFill>
                <a:latin typeface="DejaVu Sans"/>
                <a:ea typeface="DejaVu Sans"/>
                <a:cs typeface="DejaVu Sans"/>
              </a:defRPr>
            </a:lvl5pPr>
            <a:lvl6pPr>
              <a:defRPr sz="3525" b="1">
                <a:solidFill>
                  <a:srgbClr val="153A48"/>
                </a:solidFill>
                <a:latin typeface="DejaVu Sans"/>
                <a:ea typeface="DejaVu Sans"/>
                <a:cs typeface="DejaVu Sans"/>
              </a:defRPr>
            </a:lvl6pPr>
            <a:lvl7pPr>
              <a:defRPr sz="3525" b="1">
                <a:solidFill>
                  <a:srgbClr val="153A48"/>
                </a:solidFill>
                <a:latin typeface="DejaVu Sans"/>
                <a:ea typeface="DejaVu Sans"/>
                <a:cs typeface="DejaVu Sans"/>
              </a:defRPr>
            </a:lvl7pPr>
            <a:lvl8pPr>
              <a:defRPr sz="3525" b="1">
                <a:solidFill>
                  <a:srgbClr val="153A48"/>
                </a:solidFill>
                <a:latin typeface="DejaVu Sans"/>
                <a:ea typeface="DejaVu Sans"/>
                <a:cs typeface="DejaVu Sans"/>
              </a:defRPr>
            </a:lvl8pPr>
            <a:lvl9pPr>
              <a:defRPr sz="3525" b="1">
                <a:solidFill>
                  <a:srgbClr val="153A48"/>
                </a:solidFill>
                <a:latin typeface="DejaVu Sans"/>
                <a:ea typeface="DejaVu Sans"/>
                <a:cs typeface="DejaVu Sans"/>
              </a:defRPr>
            </a:lvl9pPr>
          </a:lstStyle>
          <a:p>
            <a:pPr>
              <a:defRPr sz="3525" b="1">
                <a:solidFill>
                  <a:srgbClr val="153A48"/>
                </a:solidFill>
                <a:latin typeface="DejaVu Sans"/>
                <a:ea typeface="DejaVu Sans"/>
                <a:cs typeface="DejaVu Sans"/>
              </a:defRPr>
            </a:pPr>
            <a:r>
              <a:rPr sz="3525" b="1">
                <a:solidFill>
                  <a:srgbClr val="153A48"/>
                </a:solidFill>
                <a:latin typeface="DejaVu Sans"/>
                <a:ea typeface="DejaVu Sans"/>
                <a:cs typeface="DejaVu Sans"/>
              </a:rPr>
              <a:t>148 cuencas</a:t>
            </a:r>
          </a:p>
        </p:txBody>
      </p:sp>
      <p:sp>
        <p:nvSpPr>
          <p:cNvPr id="8" name="text-7">
            <a:extLst>
              <a:ext uri="{FF2B5EF4-FFF2-40B4-BE49-F238E27FC236}">
                <a16:creationId xmlns:a16="http://schemas.microsoft.com/office/drawing/2014/main" id="{20D6AED1-B7C8-4EE9-BE3A-012678CDA91B}"/>
              </a:ext>
            </a:extLst>
          </p:cNvPr>
          <p:cNvSpPr>
            <a:spLocks noGrp="1"/>
          </p:cNvSpPr>
          <p:nvPr/>
        </p:nvSpPr>
        <p:spPr>
          <a:xfrm>
            <a:off x="647700" y="4810125"/>
            <a:ext cx="5191125" cy="666750"/>
          </a:xfrm>
          <a:prstGeom prst="rect">
            <a:avLst/>
          </a:prstGeom>
          <a:noFill/>
          <a:ln w="0">
            <a:noFill/>
            <a:prstDash val="solid"/>
          </a:ln>
        </p:spPr>
        <p:txBody>
          <a:bodyPr lIns="0" tIns="0" rIns="0" bIns="0"/>
          <a:lstStyle>
            <a:defPPr>
              <a:defRPr sz="1875" b="0">
                <a:solidFill>
                  <a:srgbClr val="153A48"/>
                </a:solidFill>
                <a:latin typeface="DejaVu Sans"/>
                <a:ea typeface="DejaVu Sans"/>
                <a:cs typeface="DejaVu Sans"/>
              </a:defRPr>
            </a:defPPr>
            <a:lvl1pPr>
              <a:defRPr sz="1875" b="0">
                <a:solidFill>
                  <a:srgbClr val="153A48"/>
                </a:solidFill>
                <a:latin typeface="DejaVu Sans"/>
                <a:ea typeface="DejaVu Sans"/>
                <a:cs typeface="DejaVu Sans"/>
              </a:defRPr>
            </a:lvl1pPr>
            <a:lvl2pPr>
              <a:defRPr sz="1875" b="0">
                <a:solidFill>
                  <a:srgbClr val="153A48"/>
                </a:solidFill>
                <a:latin typeface="DejaVu Sans"/>
                <a:ea typeface="DejaVu Sans"/>
                <a:cs typeface="DejaVu Sans"/>
              </a:defRPr>
            </a:lvl2pPr>
            <a:lvl3pPr>
              <a:defRPr sz="1875" b="0">
                <a:solidFill>
                  <a:srgbClr val="153A48"/>
                </a:solidFill>
                <a:latin typeface="DejaVu Sans"/>
                <a:ea typeface="DejaVu Sans"/>
                <a:cs typeface="DejaVu Sans"/>
              </a:defRPr>
            </a:lvl3pPr>
            <a:lvl4pPr>
              <a:defRPr sz="1875" b="0">
                <a:solidFill>
                  <a:srgbClr val="153A48"/>
                </a:solidFill>
                <a:latin typeface="DejaVu Sans"/>
                <a:ea typeface="DejaVu Sans"/>
                <a:cs typeface="DejaVu Sans"/>
              </a:defRPr>
            </a:lvl4pPr>
            <a:lvl5pPr>
              <a:defRPr sz="1875" b="0">
                <a:solidFill>
                  <a:srgbClr val="153A48"/>
                </a:solidFill>
                <a:latin typeface="DejaVu Sans"/>
                <a:ea typeface="DejaVu Sans"/>
                <a:cs typeface="DejaVu Sans"/>
              </a:defRPr>
            </a:lvl5pPr>
            <a:lvl6pPr>
              <a:defRPr sz="1875" b="0">
                <a:solidFill>
                  <a:srgbClr val="153A48"/>
                </a:solidFill>
                <a:latin typeface="DejaVu Sans"/>
                <a:ea typeface="DejaVu Sans"/>
                <a:cs typeface="DejaVu Sans"/>
              </a:defRPr>
            </a:lvl6pPr>
            <a:lvl7pPr>
              <a:defRPr sz="1875" b="0">
                <a:solidFill>
                  <a:srgbClr val="153A48"/>
                </a:solidFill>
                <a:latin typeface="DejaVu Sans"/>
                <a:ea typeface="DejaVu Sans"/>
                <a:cs typeface="DejaVu Sans"/>
              </a:defRPr>
            </a:lvl7pPr>
            <a:lvl8pPr>
              <a:defRPr sz="1875" b="0">
                <a:solidFill>
                  <a:srgbClr val="153A48"/>
                </a:solidFill>
                <a:latin typeface="DejaVu Sans"/>
                <a:ea typeface="DejaVu Sans"/>
                <a:cs typeface="DejaVu Sans"/>
              </a:defRPr>
            </a:lvl8pPr>
            <a:lvl9pPr>
              <a:defRPr sz="1875" b="0">
                <a:solidFill>
                  <a:srgbClr val="153A48"/>
                </a:solidFill>
                <a:latin typeface="DejaVu Sans"/>
                <a:ea typeface="DejaVu Sans"/>
                <a:cs typeface="DejaVu Sans"/>
              </a:defRPr>
            </a:lvl9pPr>
          </a:lstStyle>
          <a:p>
            <a:pPr>
              <a:defRPr sz="1875" b="0">
                <a:solidFill>
                  <a:srgbClr val="153A48"/>
                </a:solidFill>
                <a:latin typeface="DejaVu Sans"/>
                <a:ea typeface="DejaVu Sans"/>
                <a:cs typeface="DejaVu Sans"/>
              </a:defRPr>
            </a:pPr>
            <a:r>
              <a:rPr sz="1875" b="0">
                <a:solidFill>
                  <a:srgbClr val="153A48"/>
                </a:solidFill>
                <a:latin typeface="DejaVu Sans"/>
                <a:ea typeface="DejaVu Sans"/>
                <a:cs typeface="DejaVu Sans"/>
              </a:rPr>
              <a:t>con al menos un vacío ≥ 1 año</a:t>
            </a:r>
          </a:p>
        </p:txBody>
      </p:sp>
      <p:sp>
        <p:nvSpPr>
          <p:cNvPr id="9" name="text-8">
            <a:extLst>
              <a:ext uri="{FF2B5EF4-FFF2-40B4-BE49-F238E27FC236}">
                <a16:creationId xmlns:a16="http://schemas.microsoft.com/office/drawing/2014/main" id="{8DEB37E4-0FD8-4D43-9C30-2AAC96378F9A}"/>
              </a:ext>
            </a:extLst>
          </p:cNvPr>
          <p:cNvSpPr>
            <a:spLocks noGrp="1"/>
          </p:cNvSpPr>
          <p:nvPr/>
        </p:nvSpPr>
        <p:spPr>
          <a:xfrm>
            <a:off x="6543675" y="2162175"/>
            <a:ext cx="4857750" cy="571500"/>
          </a:xfrm>
          <a:prstGeom prst="rect">
            <a:avLst/>
          </a:prstGeom>
          <a:noFill/>
          <a:ln w="0">
            <a:noFill/>
            <a:prstDash val="solid"/>
          </a:ln>
        </p:spPr>
        <p:txBody>
          <a:bodyPr lIns="0" tIns="0" rIns="0" bIns="0"/>
          <a:lstStyle>
            <a:defPPr>
              <a:defRPr sz="1875" b="1">
                <a:solidFill>
                  <a:srgbClr val="153A48"/>
                </a:solidFill>
                <a:latin typeface="DejaVu Sans"/>
                <a:ea typeface="DejaVu Sans"/>
                <a:cs typeface="DejaVu Sans"/>
              </a:defRPr>
            </a:defPPr>
            <a:lvl1pPr>
              <a:defRPr sz="1875" b="1">
                <a:solidFill>
                  <a:srgbClr val="153A48"/>
                </a:solidFill>
                <a:latin typeface="DejaVu Sans"/>
                <a:ea typeface="DejaVu Sans"/>
                <a:cs typeface="DejaVu Sans"/>
              </a:defRPr>
            </a:lvl1pPr>
            <a:lvl2pPr>
              <a:defRPr sz="1875" b="1">
                <a:solidFill>
                  <a:srgbClr val="153A48"/>
                </a:solidFill>
                <a:latin typeface="DejaVu Sans"/>
                <a:ea typeface="DejaVu Sans"/>
                <a:cs typeface="DejaVu Sans"/>
              </a:defRPr>
            </a:lvl2pPr>
            <a:lvl3pPr>
              <a:defRPr sz="1875" b="1">
                <a:solidFill>
                  <a:srgbClr val="153A48"/>
                </a:solidFill>
                <a:latin typeface="DejaVu Sans"/>
                <a:ea typeface="DejaVu Sans"/>
                <a:cs typeface="DejaVu Sans"/>
              </a:defRPr>
            </a:lvl3pPr>
            <a:lvl4pPr>
              <a:defRPr sz="1875" b="1">
                <a:solidFill>
                  <a:srgbClr val="153A48"/>
                </a:solidFill>
                <a:latin typeface="DejaVu Sans"/>
                <a:ea typeface="DejaVu Sans"/>
                <a:cs typeface="DejaVu Sans"/>
              </a:defRPr>
            </a:lvl4pPr>
            <a:lvl5pPr>
              <a:defRPr sz="1875" b="1">
                <a:solidFill>
                  <a:srgbClr val="153A48"/>
                </a:solidFill>
                <a:latin typeface="DejaVu Sans"/>
                <a:ea typeface="DejaVu Sans"/>
                <a:cs typeface="DejaVu Sans"/>
              </a:defRPr>
            </a:lvl5pPr>
            <a:lvl6pPr>
              <a:defRPr sz="1875" b="1">
                <a:solidFill>
                  <a:srgbClr val="153A48"/>
                </a:solidFill>
                <a:latin typeface="DejaVu Sans"/>
                <a:ea typeface="DejaVu Sans"/>
                <a:cs typeface="DejaVu Sans"/>
              </a:defRPr>
            </a:lvl6pPr>
            <a:lvl7pPr>
              <a:defRPr sz="1875" b="1">
                <a:solidFill>
                  <a:srgbClr val="153A48"/>
                </a:solidFill>
                <a:latin typeface="DejaVu Sans"/>
                <a:ea typeface="DejaVu Sans"/>
                <a:cs typeface="DejaVu Sans"/>
              </a:defRPr>
            </a:lvl7pPr>
            <a:lvl8pPr>
              <a:defRPr sz="1875" b="1">
                <a:solidFill>
                  <a:srgbClr val="153A48"/>
                </a:solidFill>
                <a:latin typeface="DejaVu Sans"/>
                <a:ea typeface="DejaVu Sans"/>
                <a:cs typeface="DejaVu Sans"/>
              </a:defRPr>
            </a:lvl8pPr>
            <a:lvl9pPr>
              <a:defRPr sz="1875" b="1">
                <a:solidFill>
                  <a:srgbClr val="153A48"/>
                </a:solidFill>
                <a:latin typeface="DejaVu Sans"/>
                <a:ea typeface="DejaVu Sans"/>
                <a:cs typeface="DejaVu Sans"/>
              </a:defRPr>
            </a:lvl9pPr>
          </a:lstStyle>
          <a:p>
            <a:pPr>
              <a:defRPr sz="1875" b="1">
                <a:solidFill>
                  <a:srgbClr val="153A48"/>
                </a:solidFill>
                <a:latin typeface="DejaVu Sans"/>
                <a:ea typeface="DejaVu Sans"/>
                <a:cs typeface="DejaVu Sans"/>
              </a:defRPr>
            </a:pPr>
            <a:r>
              <a:rPr sz="1875" b="1">
                <a:solidFill>
                  <a:srgbClr val="153A48"/>
                </a:solidFill>
                <a:latin typeface="DejaVu Sans"/>
                <a:ea typeface="DejaVu Sans"/>
                <a:cs typeface="DejaVu Sans"/>
              </a:rPr>
              <a:t>Cuencas disponibles para evaluar</a:t>
            </a:r>
          </a:p>
        </p:txBody>
      </p:sp>
      <p:graphicFrame>
        <p:nvGraphicFramePr>
          <p:cNvPr id="10" name="Chart">
            <a:extLst>
              <a:ext uri="{FF2B5EF4-FFF2-40B4-BE49-F238E27FC236}">
                <a16:creationId xmlns:a16="http://schemas.microsoft.com/office/drawing/2014/main" id="{CFBAEB78-DFC6-4E2D-822C-8623D4064762}"/>
              </a:ext>
            </a:extLst>
          </p:cNvPr>
          <p:cNvGraphicFramePr/>
          <p:nvPr/>
        </p:nvGraphicFramePr>
        <p:xfrm>
          <a:off x="6381750" y="2971800"/>
          <a:ext cx="5191125" cy="257175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9">
            <a:extLst>
              <a:ext uri="{FF2B5EF4-FFF2-40B4-BE49-F238E27FC236}">
                <a16:creationId xmlns:a16="http://schemas.microsoft.com/office/drawing/2014/main" id="{66F69961-2138-41C9-B8F0-23A59F8232A8}"/>
              </a:ext>
            </a:extLst>
          </p:cNvPr>
          <p:cNvSpPr>
            <a:spLocks noGrp="1"/>
          </p:cNvSpPr>
          <p:nvPr/>
        </p:nvSpPr>
        <p:spPr>
          <a:xfrm>
            <a:off x="6743700" y="5619750"/>
            <a:ext cx="4667250" cy="285750"/>
          </a:xfrm>
          <a:prstGeom prst="rect">
            <a:avLst/>
          </a:prstGeom>
          <a:noFill/>
          <a:ln w="0">
            <a:noFill/>
            <a:prstDash val="solid"/>
          </a:ln>
        </p:spPr>
        <p:txBody>
          <a:bodyPr lIns="0" tIns="0" rIns="0" bIns="0"/>
          <a:lstStyle>
            <a:defPPr>
              <a:defRPr sz="1500" b="0">
                <a:solidFill>
                  <a:srgbClr val="597079"/>
                </a:solidFill>
                <a:latin typeface="DejaVu Sans"/>
                <a:ea typeface="DejaVu Sans"/>
                <a:cs typeface="DejaVu Sans"/>
              </a:defRPr>
            </a:defPPr>
            <a:lvl1pPr>
              <a:defRPr sz="1500" b="0">
                <a:solidFill>
                  <a:srgbClr val="597079"/>
                </a:solidFill>
                <a:latin typeface="DejaVu Sans"/>
                <a:ea typeface="DejaVu Sans"/>
                <a:cs typeface="DejaVu Sans"/>
              </a:defRPr>
            </a:lvl1pPr>
            <a:lvl2pPr>
              <a:defRPr sz="1500" b="0">
                <a:solidFill>
                  <a:srgbClr val="597079"/>
                </a:solidFill>
                <a:latin typeface="DejaVu Sans"/>
                <a:ea typeface="DejaVu Sans"/>
                <a:cs typeface="DejaVu Sans"/>
              </a:defRPr>
            </a:lvl2pPr>
            <a:lvl3pPr>
              <a:defRPr sz="1500" b="0">
                <a:solidFill>
                  <a:srgbClr val="597079"/>
                </a:solidFill>
                <a:latin typeface="DejaVu Sans"/>
                <a:ea typeface="DejaVu Sans"/>
                <a:cs typeface="DejaVu Sans"/>
              </a:defRPr>
            </a:lvl3pPr>
            <a:lvl4pPr>
              <a:defRPr sz="1500" b="0">
                <a:solidFill>
                  <a:srgbClr val="597079"/>
                </a:solidFill>
                <a:latin typeface="DejaVu Sans"/>
                <a:ea typeface="DejaVu Sans"/>
                <a:cs typeface="DejaVu Sans"/>
              </a:defRPr>
            </a:lvl4pPr>
            <a:lvl5pPr>
              <a:defRPr sz="1500" b="0">
                <a:solidFill>
                  <a:srgbClr val="597079"/>
                </a:solidFill>
                <a:latin typeface="DejaVu Sans"/>
                <a:ea typeface="DejaVu Sans"/>
                <a:cs typeface="DejaVu Sans"/>
              </a:defRPr>
            </a:lvl5pPr>
            <a:lvl6pPr>
              <a:defRPr sz="1500" b="0">
                <a:solidFill>
                  <a:srgbClr val="597079"/>
                </a:solidFill>
                <a:latin typeface="DejaVu Sans"/>
                <a:ea typeface="DejaVu Sans"/>
                <a:cs typeface="DejaVu Sans"/>
              </a:defRPr>
            </a:lvl6pPr>
            <a:lvl7pPr>
              <a:defRPr sz="1500" b="0">
                <a:solidFill>
                  <a:srgbClr val="597079"/>
                </a:solidFill>
                <a:latin typeface="DejaVu Sans"/>
                <a:ea typeface="DejaVu Sans"/>
                <a:cs typeface="DejaVu Sans"/>
              </a:defRPr>
            </a:lvl7pPr>
            <a:lvl8pPr>
              <a:defRPr sz="1500" b="0">
                <a:solidFill>
                  <a:srgbClr val="597079"/>
                </a:solidFill>
                <a:latin typeface="DejaVu Sans"/>
                <a:ea typeface="DejaVu Sans"/>
                <a:cs typeface="DejaVu Sans"/>
              </a:defRPr>
            </a:lvl8pPr>
            <a:lvl9pPr>
              <a:defRPr sz="1500" b="0">
                <a:solidFill>
                  <a:srgbClr val="597079"/>
                </a:solidFill>
                <a:latin typeface="DejaVu Sans"/>
                <a:ea typeface="DejaVu Sans"/>
                <a:cs typeface="DejaVu Sans"/>
              </a:defRPr>
            </a:lvl9pPr>
          </a:lstStyle>
          <a:p>
            <a:pPr>
              <a:defRPr sz="1500" b="0">
                <a:solidFill>
                  <a:srgbClr val="597079"/>
                </a:solidFill>
                <a:latin typeface="DejaVu Sans"/>
                <a:ea typeface="DejaVu Sans"/>
                <a:cs typeface="DejaVu Sans"/>
              </a:defRPr>
            </a:pPr>
            <a:r>
              <a:rPr sz="1500" b="0">
                <a:solidFill>
                  <a:srgbClr val="597079"/>
                </a:solidFill>
                <a:latin typeface="DejaVu Sans"/>
                <a:ea typeface="DejaVu Sans"/>
                <a:cs typeface="DejaVu Sans"/>
              </a:rPr>
              <a:t>Periodo de prueba: 2016–2022</a:t>
            </a:r>
          </a:p>
        </p:txBody>
      </p:sp>
      <p:pic>
        <p:nvPicPr>
          <p:cNvPr id="14" name="Picture 13" descr="File:University of Los Andes logo.svg - Wikipedia">
            <a:extLst>
              <a:ext uri="{FF2B5EF4-FFF2-40B4-BE49-F238E27FC236}">
                <a16:creationId xmlns:a16="http://schemas.microsoft.com/office/drawing/2014/main" id="{DD99F3CF-E17C-DFEA-6272-85093FF2A25B}"/>
              </a:ext>
            </a:extLst>
          </p:cNvPr>
          <p:cNvPicPr>
            <a:picLocks noChangeAspect="1"/>
          </p:cNvPicPr>
          <p:nvPr/>
        </p:nvPicPr>
        <p:blipFill>
          <a:blip r:embed="rId4"/>
          <a:stretch>
            <a:fillRect/>
          </a:stretch>
        </p:blipFill>
        <p:spPr>
          <a:xfrm>
            <a:off x="10924096" y="364236"/>
            <a:ext cx="658304" cy="781050"/>
          </a:xfrm>
          <a:prstGeom prst="rect">
            <a:avLst/>
          </a:prstGeom>
        </p:spPr>
      </p:pic>
    </p:spTree>
    <p:extLst>
      <p:ext uri="{BB962C8B-B14F-4D97-AF65-F5344CB8AC3E}">
        <p14:creationId xmlns:p14="http://schemas.microsoft.com/office/powerpoint/2010/main" val="7053818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A"/>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8C135140-2702-4433-9988-BD76ED8A540F}"/>
              </a:ext>
            </a:extLst>
          </p:cNvPr>
          <p:cNvSpPr>
            <a:spLocks noGrp="1"/>
          </p:cNvSpPr>
          <p:nvPr/>
        </p:nvSpPr>
        <p:spPr>
          <a:xfrm>
            <a:off x="609600" y="457200"/>
            <a:ext cx="10972800" cy="952500"/>
          </a:xfrm>
          <a:prstGeom prst="rect">
            <a:avLst/>
          </a:prstGeom>
          <a:noFill/>
          <a:ln w="0">
            <a:noFill/>
            <a:prstDash val="solid"/>
          </a:ln>
        </p:spPr>
        <p:txBody>
          <a:bodyPr lIns="0" tIns="0" rIns="0" bIns="0"/>
          <a:lstStyle>
            <a:defPPr>
              <a:defRPr sz="3300" b="1">
                <a:solidFill>
                  <a:srgbClr val="153A48"/>
                </a:solidFill>
                <a:latin typeface="DejaVu Sans"/>
                <a:ea typeface="DejaVu Sans"/>
                <a:cs typeface="DejaVu Sans"/>
              </a:defRPr>
            </a:defPPr>
            <a:lvl1pPr>
              <a:defRPr sz="3300" b="1">
                <a:solidFill>
                  <a:srgbClr val="153A48"/>
                </a:solidFill>
                <a:latin typeface="DejaVu Sans"/>
                <a:ea typeface="DejaVu Sans"/>
                <a:cs typeface="DejaVu Sans"/>
              </a:defRPr>
            </a:lvl1pPr>
            <a:lvl2pPr>
              <a:defRPr sz="3300" b="1">
                <a:solidFill>
                  <a:srgbClr val="153A48"/>
                </a:solidFill>
                <a:latin typeface="DejaVu Sans"/>
                <a:ea typeface="DejaVu Sans"/>
                <a:cs typeface="DejaVu Sans"/>
              </a:defRPr>
            </a:lvl2pPr>
            <a:lvl3pPr>
              <a:defRPr sz="3300" b="1">
                <a:solidFill>
                  <a:srgbClr val="153A48"/>
                </a:solidFill>
                <a:latin typeface="DejaVu Sans"/>
                <a:ea typeface="DejaVu Sans"/>
                <a:cs typeface="DejaVu Sans"/>
              </a:defRPr>
            </a:lvl3pPr>
            <a:lvl4pPr>
              <a:defRPr sz="3300" b="1">
                <a:solidFill>
                  <a:srgbClr val="153A48"/>
                </a:solidFill>
                <a:latin typeface="DejaVu Sans"/>
                <a:ea typeface="DejaVu Sans"/>
                <a:cs typeface="DejaVu Sans"/>
              </a:defRPr>
            </a:lvl4pPr>
            <a:lvl5pPr>
              <a:defRPr sz="3300" b="1">
                <a:solidFill>
                  <a:srgbClr val="153A48"/>
                </a:solidFill>
                <a:latin typeface="DejaVu Sans"/>
                <a:ea typeface="DejaVu Sans"/>
                <a:cs typeface="DejaVu Sans"/>
              </a:defRPr>
            </a:lvl5pPr>
            <a:lvl6pPr>
              <a:defRPr sz="3300" b="1">
                <a:solidFill>
                  <a:srgbClr val="153A48"/>
                </a:solidFill>
                <a:latin typeface="DejaVu Sans"/>
                <a:ea typeface="DejaVu Sans"/>
                <a:cs typeface="DejaVu Sans"/>
              </a:defRPr>
            </a:lvl6pPr>
            <a:lvl7pPr>
              <a:defRPr sz="3300" b="1">
                <a:solidFill>
                  <a:srgbClr val="153A48"/>
                </a:solidFill>
                <a:latin typeface="DejaVu Sans"/>
                <a:ea typeface="DejaVu Sans"/>
                <a:cs typeface="DejaVu Sans"/>
              </a:defRPr>
            </a:lvl7pPr>
            <a:lvl8pPr>
              <a:defRPr sz="3300" b="1">
                <a:solidFill>
                  <a:srgbClr val="153A48"/>
                </a:solidFill>
                <a:latin typeface="DejaVu Sans"/>
                <a:ea typeface="DejaVu Sans"/>
                <a:cs typeface="DejaVu Sans"/>
              </a:defRPr>
            </a:lvl8pPr>
            <a:lvl9pPr>
              <a:defRPr sz="3300" b="1">
                <a:solidFill>
                  <a:srgbClr val="153A48"/>
                </a:solidFill>
                <a:latin typeface="DejaVu Sans"/>
                <a:ea typeface="DejaVu Sans"/>
                <a:cs typeface="DejaVu Sans"/>
              </a:defRPr>
            </a:lvl9pPr>
          </a:lstStyle>
          <a:p>
            <a:pPr>
              <a:defRPr sz="3300" b="1">
                <a:solidFill>
                  <a:srgbClr val="153A48"/>
                </a:solidFill>
                <a:latin typeface="DejaVu Sans"/>
                <a:ea typeface="DejaVu Sans"/>
                <a:cs typeface="DejaVu Sans"/>
              </a:defRPr>
            </a:pPr>
            <a:r>
              <a:rPr sz="3300" b="1">
                <a:solidFill>
                  <a:srgbClr val="153A48"/>
                </a:solidFill>
                <a:latin typeface="DejaVu Sans"/>
                <a:ea typeface="DejaVu Sans"/>
                <a:cs typeface="DejaVu Sans"/>
              </a:rPr>
              <a:t>Hallazgos que orientan la siguiente fase</a:t>
            </a:r>
          </a:p>
        </p:txBody>
      </p:sp>
      <p:sp>
        <p:nvSpPr>
          <p:cNvPr id="2" name="text-1">
            <a:extLst>
              <a:ext uri="{FF2B5EF4-FFF2-40B4-BE49-F238E27FC236}">
                <a16:creationId xmlns:a16="http://schemas.microsoft.com/office/drawing/2014/main" id="{E788C8B1-1270-4E24-824C-202E0886C007}"/>
              </a:ext>
            </a:extLst>
          </p:cNvPr>
          <p:cNvSpPr>
            <a:spLocks noGrp="1"/>
          </p:cNvSpPr>
          <p:nvPr/>
        </p:nvSpPr>
        <p:spPr>
          <a:xfrm>
            <a:off x="609600" y="6419850"/>
            <a:ext cx="8096250" cy="238125"/>
          </a:xfrm>
          <a:prstGeom prst="rect">
            <a:avLst/>
          </a:prstGeom>
          <a:noFill/>
          <a:ln w="0">
            <a:noFill/>
            <a:prstDash val="solid"/>
          </a:ln>
        </p:spPr>
        <p:txBody>
          <a:bodyPr lIns="0" tIns="0" rIns="0" bIns="0"/>
          <a:lstStyle>
            <a:defPPr>
              <a:defRPr sz="1200" b="0">
                <a:solidFill>
                  <a:srgbClr val="597079"/>
                </a:solidFill>
                <a:latin typeface="DejaVu Sans"/>
                <a:ea typeface="DejaVu Sans"/>
                <a:cs typeface="DejaVu Sans"/>
              </a:defRPr>
            </a:defPPr>
            <a:lvl1pPr>
              <a:defRPr sz="1200" b="0">
                <a:solidFill>
                  <a:srgbClr val="597079"/>
                </a:solidFill>
                <a:latin typeface="DejaVu Sans"/>
                <a:ea typeface="DejaVu Sans"/>
                <a:cs typeface="DejaVu Sans"/>
              </a:defRPr>
            </a:lvl1pPr>
            <a:lvl2pPr>
              <a:defRPr sz="1200" b="0">
                <a:solidFill>
                  <a:srgbClr val="597079"/>
                </a:solidFill>
                <a:latin typeface="DejaVu Sans"/>
                <a:ea typeface="DejaVu Sans"/>
                <a:cs typeface="DejaVu Sans"/>
              </a:defRPr>
            </a:lvl2pPr>
            <a:lvl3pPr>
              <a:defRPr sz="1200" b="0">
                <a:solidFill>
                  <a:srgbClr val="597079"/>
                </a:solidFill>
                <a:latin typeface="DejaVu Sans"/>
                <a:ea typeface="DejaVu Sans"/>
                <a:cs typeface="DejaVu Sans"/>
              </a:defRPr>
            </a:lvl3pPr>
            <a:lvl4pPr>
              <a:defRPr sz="1200" b="0">
                <a:solidFill>
                  <a:srgbClr val="597079"/>
                </a:solidFill>
                <a:latin typeface="DejaVu Sans"/>
                <a:ea typeface="DejaVu Sans"/>
                <a:cs typeface="DejaVu Sans"/>
              </a:defRPr>
            </a:lvl4pPr>
            <a:lvl5pPr>
              <a:defRPr sz="1200" b="0">
                <a:solidFill>
                  <a:srgbClr val="597079"/>
                </a:solidFill>
                <a:latin typeface="DejaVu Sans"/>
                <a:ea typeface="DejaVu Sans"/>
                <a:cs typeface="DejaVu Sans"/>
              </a:defRPr>
            </a:lvl5pPr>
            <a:lvl6pPr>
              <a:defRPr sz="1200" b="0">
                <a:solidFill>
                  <a:srgbClr val="597079"/>
                </a:solidFill>
                <a:latin typeface="DejaVu Sans"/>
                <a:ea typeface="DejaVu Sans"/>
                <a:cs typeface="DejaVu Sans"/>
              </a:defRPr>
            </a:lvl6pPr>
            <a:lvl7pPr>
              <a:defRPr sz="1200" b="0">
                <a:solidFill>
                  <a:srgbClr val="597079"/>
                </a:solidFill>
                <a:latin typeface="DejaVu Sans"/>
                <a:ea typeface="DejaVu Sans"/>
                <a:cs typeface="DejaVu Sans"/>
              </a:defRPr>
            </a:lvl7pPr>
            <a:lvl8pPr>
              <a:defRPr sz="1200" b="0">
                <a:solidFill>
                  <a:srgbClr val="597079"/>
                </a:solidFill>
                <a:latin typeface="DejaVu Sans"/>
                <a:ea typeface="DejaVu Sans"/>
                <a:cs typeface="DejaVu Sans"/>
              </a:defRPr>
            </a:lvl8pPr>
            <a:lvl9pPr>
              <a:defRPr sz="1200" b="0">
                <a:solidFill>
                  <a:srgbClr val="597079"/>
                </a:solidFill>
                <a:latin typeface="DejaVu Sans"/>
                <a:ea typeface="DejaVu Sans"/>
                <a:cs typeface="DejaVu Sans"/>
              </a:defRPr>
            </a:lvl9pPr>
          </a:lstStyle>
          <a:p>
            <a:pPr>
              <a:defRPr sz="1200" b="0">
                <a:solidFill>
                  <a:srgbClr val="597079"/>
                </a:solidFill>
                <a:latin typeface="DejaVu Sans"/>
                <a:ea typeface="DejaVu Sans"/>
                <a:cs typeface="DejaVu Sans"/>
              </a:defRPr>
            </a:pPr>
            <a:r>
              <a:rPr sz="1200" b="0">
                <a:solidFill>
                  <a:srgbClr val="597079"/>
                </a:solidFill>
                <a:latin typeface="DejaVu Sans"/>
                <a:ea typeface="DejaVu Sans"/>
                <a:cs typeface="DejaVu Sans"/>
              </a:rPr>
              <a:t>CAUDAL-COL   /   Primera entrega</a:t>
            </a:r>
          </a:p>
        </p:txBody>
      </p:sp>
      <p:sp>
        <p:nvSpPr>
          <p:cNvPr id="3" name="text-2">
            <a:extLst>
              <a:ext uri="{FF2B5EF4-FFF2-40B4-BE49-F238E27FC236}">
                <a16:creationId xmlns:a16="http://schemas.microsoft.com/office/drawing/2014/main" id="{9D741B84-3BFA-4A30-897D-EFD6C8E9D8A0}"/>
              </a:ext>
            </a:extLst>
          </p:cNvPr>
          <p:cNvSpPr>
            <a:spLocks noGrp="1"/>
          </p:cNvSpPr>
          <p:nvPr/>
        </p:nvSpPr>
        <p:spPr>
          <a:xfrm>
            <a:off x="10668000" y="6419850"/>
            <a:ext cx="952500" cy="238125"/>
          </a:xfrm>
          <a:prstGeom prst="rect">
            <a:avLst/>
          </a:prstGeom>
          <a:noFill/>
          <a:ln w="0">
            <a:noFill/>
            <a:prstDash val="solid"/>
          </a:ln>
        </p:spPr>
        <p:txBody>
          <a:bodyPr lIns="0" tIns="0" rIns="0" bIns="0"/>
          <a:lstStyle>
            <a:defPPr>
              <a:defRPr sz="1200" b="0">
                <a:solidFill>
                  <a:srgbClr val="597079"/>
                </a:solidFill>
                <a:latin typeface="DejaVu Sans"/>
                <a:ea typeface="DejaVu Sans"/>
                <a:cs typeface="DejaVu Sans"/>
              </a:defRPr>
            </a:defPPr>
            <a:lvl1pPr>
              <a:defRPr sz="1200" b="0">
                <a:solidFill>
                  <a:srgbClr val="597079"/>
                </a:solidFill>
                <a:latin typeface="DejaVu Sans"/>
                <a:ea typeface="DejaVu Sans"/>
                <a:cs typeface="DejaVu Sans"/>
              </a:defRPr>
            </a:lvl1pPr>
            <a:lvl2pPr>
              <a:defRPr sz="1200" b="0">
                <a:solidFill>
                  <a:srgbClr val="597079"/>
                </a:solidFill>
                <a:latin typeface="DejaVu Sans"/>
                <a:ea typeface="DejaVu Sans"/>
                <a:cs typeface="DejaVu Sans"/>
              </a:defRPr>
            </a:lvl2pPr>
            <a:lvl3pPr>
              <a:defRPr sz="1200" b="0">
                <a:solidFill>
                  <a:srgbClr val="597079"/>
                </a:solidFill>
                <a:latin typeface="DejaVu Sans"/>
                <a:ea typeface="DejaVu Sans"/>
                <a:cs typeface="DejaVu Sans"/>
              </a:defRPr>
            </a:lvl3pPr>
            <a:lvl4pPr>
              <a:defRPr sz="1200" b="0">
                <a:solidFill>
                  <a:srgbClr val="597079"/>
                </a:solidFill>
                <a:latin typeface="DejaVu Sans"/>
                <a:ea typeface="DejaVu Sans"/>
                <a:cs typeface="DejaVu Sans"/>
              </a:defRPr>
            </a:lvl4pPr>
            <a:lvl5pPr>
              <a:defRPr sz="1200" b="0">
                <a:solidFill>
                  <a:srgbClr val="597079"/>
                </a:solidFill>
                <a:latin typeface="DejaVu Sans"/>
                <a:ea typeface="DejaVu Sans"/>
                <a:cs typeface="DejaVu Sans"/>
              </a:defRPr>
            </a:lvl5pPr>
            <a:lvl6pPr>
              <a:defRPr sz="1200" b="0">
                <a:solidFill>
                  <a:srgbClr val="597079"/>
                </a:solidFill>
                <a:latin typeface="DejaVu Sans"/>
                <a:ea typeface="DejaVu Sans"/>
                <a:cs typeface="DejaVu Sans"/>
              </a:defRPr>
            </a:lvl6pPr>
            <a:lvl7pPr>
              <a:defRPr sz="1200" b="0">
                <a:solidFill>
                  <a:srgbClr val="597079"/>
                </a:solidFill>
                <a:latin typeface="DejaVu Sans"/>
                <a:ea typeface="DejaVu Sans"/>
                <a:cs typeface="DejaVu Sans"/>
              </a:defRPr>
            </a:lvl7pPr>
            <a:lvl8pPr>
              <a:defRPr sz="1200" b="0">
                <a:solidFill>
                  <a:srgbClr val="597079"/>
                </a:solidFill>
                <a:latin typeface="DejaVu Sans"/>
                <a:ea typeface="DejaVu Sans"/>
                <a:cs typeface="DejaVu Sans"/>
              </a:defRPr>
            </a:lvl8pPr>
            <a:lvl9pPr>
              <a:defRPr sz="1200" b="0">
                <a:solidFill>
                  <a:srgbClr val="597079"/>
                </a:solidFill>
                <a:latin typeface="DejaVu Sans"/>
                <a:ea typeface="DejaVu Sans"/>
                <a:cs typeface="DejaVu Sans"/>
              </a:defRPr>
            </a:lvl9pPr>
          </a:lstStyle>
          <a:p>
            <a:pPr>
              <a:defRPr sz="1200" b="0">
                <a:solidFill>
                  <a:srgbClr val="597079"/>
                </a:solidFill>
                <a:latin typeface="DejaVu Sans"/>
                <a:ea typeface="DejaVu Sans"/>
                <a:cs typeface="DejaVu Sans"/>
              </a:defRPr>
            </a:pPr>
            <a:r>
              <a:rPr sz="1200" b="0">
                <a:solidFill>
                  <a:srgbClr val="597079"/>
                </a:solidFill>
                <a:latin typeface="DejaVu Sans"/>
                <a:ea typeface="DejaVu Sans"/>
                <a:cs typeface="DejaVu Sans"/>
              </a:rPr>
              <a:t>4 / 4</a:t>
            </a:r>
          </a:p>
        </p:txBody>
      </p:sp>
      <p:sp>
        <p:nvSpPr>
          <p:cNvPr id="4" name="text-3">
            <a:extLst>
              <a:ext uri="{FF2B5EF4-FFF2-40B4-BE49-F238E27FC236}">
                <a16:creationId xmlns:a16="http://schemas.microsoft.com/office/drawing/2014/main" id="{2AB6F66B-63C5-49CC-A8BD-BB02899C4A8F}"/>
              </a:ext>
            </a:extLst>
          </p:cNvPr>
          <p:cNvSpPr>
            <a:spLocks noGrp="1"/>
          </p:cNvSpPr>
          <p:nvPr/>
        </p:nvSpPr>
        <p:spPr>
          <a:xfrm>
            <a:off x="609600" y="1552575"/>
            <a:ext cx="5238750" cy="666750"/>
          </a:xfrm>
          <a:prstGeom prst="rect">
            <a:avLst/>
          </a:prstGeom>
          <a:noFill/>
          <a:ln w="0">
            <a:noFill/>
            <a:prstDash val="solid"/>
          </a:ln>
        </p:spPr>
        <p:txBody>
          <a:bodyPr lIns="0" tIns="0" rIns="0" bIns="0"/>
          <a:lstStyle>
            <a:defPPr>
              <a:defRPr sz="2025" b="1">
                <a:solidFill>
                  <a:srgbClr val="087E8B"/>
                </a:solidFill>
                <a:latin typeface="DejaVu Sans"/>
                <a:ea typeface="DejaVu Sans"/>
                <a:cs typeface="DejaVu Sans"/>
              </a:defRPr>
            </a:defPPr>
            <a:lvl1pPr>
              <a:defRPr sz="2025" b="1">
                <a:solidFill>
                  <a:srgbClr val="087E8B"/>
                </a:solidFill>
                <a:latin typeface="DejaVu Sans"/>
                <a:ea typeface="DejaVu Sans"/>
                <a:cs typeface="DejaVu Sans"/>
              </a:defRPr>
            </a:lvl1pPr>
            <a:lvl2pPr>
              <a:defRPr sz="2025" b="1">
                <a:solidFill>
                  <a:srgbClr val="087E8B"/>
                </a:solidFill>
                <a:latin typeface="DejaVu Sans"/>
                <a:ea typeface="DejaVu Sans"/>
                <a:cs typeface="DejaVu Sans"/>
              </a:defRPr>
            </a:lvl2pPr>
            <a:lvl3pPr>
              <a:defRPr sz="2025" b="1">
                <a:solidFill>
                  <a:srgbClr val="087E8B"/>
                </a:solidFill>
                <a:latin typeface="DejaVu Sans"/>
                <a:ea typeface="DejaVu Sans"/>
                <a:cs typeface="DejaVu Sans"/>
              </a:defRPr>
            </a:lvl3pPr>
            <a:lvl4pPr>
              <a:defRPr sz="2025" b="1">
                <a:solidFill>
                  <a:srgbClr val="087E8B"/>
                </a:solidFill>
                <a:latin typeface="DejaVu Sans"/>
                <a:ea typeface="DejaVu Sans"/>
                <a:cs typeface="DejaVu Sans"/>
              </a:defRPr>
            </a:lvl4pPr>
            <a:lvl5pPr>
              <a:defRPr sz="2025" b="1">
                <a:solidFill>
                  <a:srgbClr val="087E8B"/>
                </a:solidFill>
                <a:latin typeface="DejaVu Sans"/>
                <a:ea typeface="DejaVu Sans"/>
                <a:cs typeface="DejaVu Sans"/>
              </a:defRPr>
            </a:lvl5pPr>
            <a:lvl6pPr>
              <a:defRPr sz="2025" b="1">
                <a:solidFill>
                  <a:srgbClr val="087E8B"/>
                </a:solidFill>
                <a:latin typeface="DejaVu Sans"/>
                <a:ea typeface="DejaVu Sans"/>
                <a:cs typeface="DejaVu Sans"/>
              </a:defRPr>
            </a:lvl6pPr>
            <a:lvl7pPr>
              <a:defRPr sz="2025" b="1">
                <a:solidFill>
                  <a:srgbClr val="087E8B"/>
                </a:solidFill>
                <a:latin typeface="DejaVu Sans"/>
                <a:ea typeface="DejaVu Sans"/>
                <a:cs typeface="DejaVu Sans"/>
              </a:defRPr>
            </a:lvl7pPr>
            <a:lvl8pPr>
              <a:defRPr sz="2025" b="1">
                <a:solidFill>
                  <a:srgbClr val="087E8B"/>
                </a:solidFill>
                <a:latin typeface="DejaVu Sans"/>
                <a:ea typeface="DejaVu Sans"/>
                <a:cs typeface="DejaVu Sans"/>
              </a:defRPr>
            </a:lvl8pPr>
            <a:lvl9pPr>
              <a:defRPr sz="2025" b="1">
                <a:solidFill>
                  <a:srgbClr val="087E8B"/>
                </a:solidFill>
                <a:latin typeface="DejaVu Sans"/>
                <a:ea typeface="DejaVu Sans"/>
                <a:cs typeface="DejaVu Sans"/>
              </a:defRPr>
            </a:lvl9pPr>
          </a:lstStyle>
          <a:p>
            <a:pPr>
              <a:defRPr sz="2025" b="1">
                <a:solidFill>
                  <a:srgbClr val="087E8B"/>
                </a:solidFill>
                <a:latin typeface="DejaVu Sans"/>
                <a:ea typeface="DejaVu Sans"/>
                <a:cs typeface="DejaVu Sans"/>
              </a:defRPr>
            </a:pPr>
            <a:r>
              <a:rPr sz="2025" b="1">
                <a:solidFill>
                  <a:srgbClr val="087E8B"/>
                </a:solidFill>
                <a:latin typeface="DejaVu Sans"/>
                <a:ea typeface="DejaVu Sans"/>
                <a:cs typeface="DejaVu Sans"/>
              </a:rPr>
              <a:t>Menor caudal en Magdalena-Cauca</a:t>
            </a:r>
          </a:p>
        </p:txBody>
      </p:sp>
      <p:sp>
        <p:nvSpPr>
          <p:cNvPr id="5" name="text-4">
            <a:extLst>
              <a:ext uri="{FF2B5EF4-FFF2-40B4-BE49-F238E27FC236}">
                <a16:creationId xmlns:a16="http://schemas.microsoft.com/office/drawing/2014/main" id="{CA7C54F3-6511-4764-9E9F-84663ED8C4AA}"/>
              </a:ext>
            </a:extLst>
          </p:cNvPr>
          <p:cNvSpPr>
            <a:spLocks noGrp="1"/>
          </p:cNvSpPr>
          <p:nvPr/>
        </p:nvSpPr>
        <p:spPr>
          <a:xfrm>
            <a:off x="609600" y="2238375"/>
            <a:ext cx="5238750" cy="333375"/>
          </a:xfrm>
          <a:prstGeom prst="rect">
            <a:avLst/>
          </a:prstGeom>
          <a:noFill/>
          <a:ln w="0">
            <a:noFill/>
            <a:prstDash val="solid"/>
          </a:ln>
        </p:spPr>
        <p:txBody>
          <a:bodyPr lIns="0" tIns="0" rIns="0" bIns="0"/>
          <a:lstStyle>
            <a:defPPr>
              <a:defRPr sz="1575" b="0">
                <a:solidFill>
                  <a:srgbClr val="597079"/>
                </a:solidFill>
                <a:latin typeface="DejaVu Sans"/>
                <a:ea typeface="DejaVu Sans"/>
                <a:cs typeface="DejaVu Sans"/>
              </a:defRPr>
            </a:defPPr>
            <a:lvl1pPr>
              <a:defRPr sz="1575" b="0">
                <a:solidFill>
                  <a:srgbClr val="597079"/>
                </a:solidFill>
                <a:latin typeface="DejaVu Sans"/>
                <a:ea typeface="DejaVu Sans"/>
                <a:cs typeface="DejaVu Sans"/>
              </a:defRPr>
            </a:lvl1pPr>
            <a:lvl2pPr>
              <a:defRPr sz="1575" b="0">
                <a:solidFill>
                  <a:srgbClr val="597079"/>
                </a:solidFill>
                <a:latin typeface="DejaVu Sans"/>
                <a:ea typeface="DejaVu Sans"/>
                <a:cs typeface="DejaVu Sans"/>
              </a:defRPr>
            </a:lvl2pPr>
            <a:lvl3pPr>
              <a:defRPr sz="1575" b="0">
                <a:solidFill>
                  <a:srgbClr val="597079"/>
                </a:solidFill>
                <a:latin typeface="DejaVu Sans"/>
                <a:ea typeface="DejaVu Sans"/>
                <a:cs typeface="DejaVu Sans"/>
              </a:defRPr>
            </a:lvl3pPr>
            <a:lvl4pPr>
              <a:defRPr sz="1575" b="0">
                <a:solidFill>
                  <a:srgbClr val="597079"/>
                </a:solidFill>
                <a:latin typeface="DejaVu Sans"/>
                <a:ea typeface="DejaVu Sans"/>
                <a:cs typeface="DejaVu Sans"/>
              </a:defRPr>
            </a:lvl4pPr>
            <a:lvl5pPr>
              <a:defRPr sz="1575" b="0">
                <a:solidFill>
                  <a:srgbClr val="597079"/>
                </a:solidFill>
                <a:latin typeface="DejaVu Sans"/>
                <a:ea typeface="DejaVu Sans"/>
                <a:cs typeface="DejaVu Sans"/>
              </a:defRPr>
            </a:lvl5pPr>
            <a:lvl6pPr>
              <a:defRPr sz="1575" b="0">
                <a:solidFill>
                  <a:srgbClr val="597079"/>
                </a:solidFill>
                <a:latin typeface="DejaVu Sans"/>
                <a:ea typeface="DejaVu Sans"/>
                <a:cs typeface="DejaVu Sans"/>
              </a:defRPr>
            </a:lvl6pPr>
            <a:lvl7pPr>
              <a:defRPr sz="1575" b="0">
                <a:solidFill>
                  <a:srgbClr val="597079"/>
                </a:solidFill>
                <a:latin typeface="DejaVu Sans"/>
                <a:ea typeface="DejaVu Sans"/>
                <a:cs typeface="DejaVu Sans"/>
              </a:defRPr>
            </a:lvl7pPr>
            <a:lvl8pPr>
              <a:defRPr sz="1575" b="0">
                <a:solidFill>
                  <a:srgbClr val="597079"/>
                </a:solidFill>
                <a:latin typeface="DejaVu Sans"/>
                <a:ea typeface="DejaVu Sans"/>
                <a:cs typeface="DejaVu Sans"/>
              </a:defRPr>
            </a:lvl8pPr>
            <a:lvl9pPr>
              <a:defRPr sz="1575" b="0">
                <a:solidFill>
                  <a:srgbClr val="597079"/>
                </a:solidFill>
                <a:latin typeface="DejaVu Sans"/>
                <a:ea typeface="DejaVu Sans"/>
                <a:cs typeface="DejaVu Sans"/>
              </a:defRPr>
            </a:lvl9pPr>
          </a:lstStyle>
          <a:p>
            <a:pPr>
              <a:defRPr sz="1575" b="0">
                <a:solidFill>
                  <a:srgbClr val="597079"/>
                </a:solidFill>
                <a:latin typeface="DejaVu Sans"/>
                <a:ea typeface="DejaVu Sans"/>
                <a:cs typeface="DejaVu Sans"/>
              </a:defRPr>
            </a:pPr>
            <a:r>
              <a:rPr sz="1575" b="0">
                <a:solidFill>
                  <a:srgbClr val="597079"/>
                </a:solidFill>
                <a:latin typeface="DejaVu Sans"/>
                <a:ea typeface="DejaVu Sans"/>
                <a:cs typeface="DejaVu Sans"/>
              </a:rPr>
              <a:t>Caudal específico medio · mm/día</a:t>
            </a:r>
          </a:p>
        </p:txBody>
      </p:sp>
      <p:graphicFrame>
        <p:nvGraphicFramePr>
          <p:cNvPr id="6" name="Chart">
            <a:extLst>
              <a:ext uri="{FF2B5EF4-FFF2-40B4-BE49-F238E27FC236}">
                <a16:creationId xmlns:a16="http://schemas.microsoft.com/office/drawing/2014/main" id="{50FAF2A5-9EF1-4E4C-9EDB-E70B2B3673DD}"/>
              </a:ext>
            </a:extLst>
          </p:cNvPr>
          <p:cNvGraphicFramePr/>
          <p:nvPr/>
        </p:nvGraphicFramePr>
        <p:xfrm>
          <a:off x="495300" y="2705100"/>
          <a:ext cx="5334000" cy="2333625"/>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5">
            <a:extLst>
              <a:ext uri="{FF2B5EF4-FFF2-40B4-BE49-F238E27FC236}">
                <a16:creationId xmlns:a16="http://schemas.microsoft.com/office/drawing/2014/main" id="{6A38E063-D798-4191-B4DA-3E4087B0D390}"/>
              </a:ext>
            </a:extLst>
          </p:cNvPr>
          <p:cNvSpPr>
            <a:spLocks noGrp="1"/>
          </p:cNvSpPr>
          <p:nvPr/>
        </p:nvSpPr>
        <p:spPr>
          <a:xfrm>
            <a:off x="809625" y="5181600"/>
            <a:ext cx="4953000" cy="285750"/>
          </a:xfrm>
          <a:prstGeom prst="rect">
            <a:avLst/>
          </a:prstGeom>
          <a:noFill/>
          <a:ln w="0">
            <a:noFill/>
            <a:prstDash val="solid"/>
          </a:ln>
        </p:spPr>
        <p:txBody>
          <a:bodyPr lIns="0" tIns="0" rIns="0" bIns="0"/>
          <a:lstStyle>
            <a:defPPr>
              <a:defRPr sz="1500" b="0">
                <a:solidFill>
                  <a:srgbClr val="597079"/>
                </a:solidFill>
                <a:latin typeface="DejaVu Sans"/>
                <a:ea typeface="DejaVu Sans"/>
                <a:cs typeface="DejaVu Sans"/>
              </a:defRPr>
            </a:defPPr>
            <a:lvl1pPr>
              <a:defRPr sz="1500" b="0">
                <a:solidFill>
                  <a:srgbClr val="597079"/>
                </a:solidFill>
                <a:latin typeface="DejaVu Sans"/>
                <a:ea typeface="DejaVu Sans"/>
                <a:cs typeface="DejaVu Sans"/>
              </a:defRPr>
            </a:lvl1pPr>
            <a:lvl2pPr>
              <a:defRPr sz="1500" b="0">
                <a:solidFill>
                  <a:srgbClr val="597079"/>
                </a:solidFill>
                <a:latin typeface="DejaVu Sans"/>
                <a:ea typeface="DejaVu Sans"/>
                <a:cs typeface="DejaVu Sans"/>
              </a:defRPr>
            </a:lvl2pPr>
            <a:lvl3pPr>
              <a:defRPr sz="1500" b="0">
                <a:solidFill>
                  <a:srgbClr val="597079"/>
                </a:solidFill>
                <a:latin typeface="DejaVu Sans"/>
                <a:ea typeface="DejaVu Sans"/>
                <a:cs typeface="DejaVu Sans"/>
              </a:defRPr>
            </a:lvl3pPr>
            <a:lvl4pPr>
              <a:defRPr sz="1500" b="0">
                <a:solidFill>
                  <a:srgbClr val="597079"/>
                </a:solidFill>
                <a:latin typeface="DejaVu Sans"/>
                <a:ea typeface="DejaVu Sans"/>
                <a:cs typeface="DejaVu Sans"/>
              </a:defRPr>
            </a:lvl4pPr>
            <a:lvl5pPr>
              <a:defRPr sz="1500" b="0">
                <a:solidFill>
                  <a:srgbClr val="597079"/>
                </a:solidFill>
                <a:latin typeface="DejaVu Sans"/>
                <a:ea typeface="DejaVu Sans"/>
                <a:cs typeface="DejaVu Sans"/>
              </a:defRPr>
            </a:lvl5pPr>
            <a:lvl6pPr>
              <a:defRPr sz="1500" b="0">
                <a:solidFill>
                  <a:srgbClr val="597079"/>
                </a:solidFill>
                <a:latin typeface="DejaVu Sans"/>
                <a:ea typeface="DejaVu Sans"/>
                <a:cs typeface="DejaVu Sans"/>
              </a:defRPr>
            </a:lvl6pPr>
            <a:lvl7pPr>
              <a:defRPr sz="1500" b="0">
                <a:solidFill>
                  <a:srgbClr val="597079"/>
                </a:solidFill>
                <a:latin typeface="DejaVu Sans"/>
                <a:ea typeface="DejaVu Sans"/>
                <a:cs typeface="DejaVu Sans"/>
              </a:defRPr>
            </a:lvl7pPr>
            <a:lvl8pPr>
              <a:defRPr sz="1500" b="0">
                <a:solidFill>
                  <a:srgbClr val="597079"/>
                </a:solidFill>
                <a:latin typeface="DejaVu Sans"/>
                <a:ea typeface="DejaVu Sans"/>
                <a:cs typeface="DejaVu Sans"/>
              </a:defRPr>
            </a:lvl8pPr>
            <a:lvl9pPr>
              <a:defRPr sz="1500" b="0">
                <a:solidFill>
                  <a:srgbClr val="597079"/>
                </a:solidFill>
                <a:latin typeface="DejaVu Sans"/>
                <a:ea typeface="DejaVu Sans"/>
                <a:cs typeface="DejaVu Sans"/>
              </a:defRPr>
            </a:lvl9pPr>
          </a:lstStyle>
          <a:p>
            <a:pPr>
              <a:defRPr sz="1500" b="0">
                <a:solidFill>
                  <a:srgbClr val="597079"/>
                </a:solidFill>
                <a:latin typeface="DejaVu Sans"/>
                <a:ea typeface="DejaVu Sans"/>
                <a:cs typeface="DejaVu Sans"/>
              </a:defRPr>
            </a:pPr>
            <a:r>
              <a:rPr sz="1500" b="0">
                <a:solidFill>
                  <a:srgbClr val="597079"/>
                </a:solidFill>
                <a:latin typeface="DejaVu Sans"/>
                <a:ea typeface="DejaVu Sans"/>
                <a:cs typeface="DejaVu Sans"/>
              </a:rPr>
              <a:t>Welch: p &lt; 0,001</a:t>
            </a:r>
          </a:p>
        </p:txBody>
      </p:sp>
      <p:sp>
        <p:nvSpPr>
          <p:cNvPr id="8" name="text-6">
            <a:extLst>
              <a:ext uri="{FF2B5EF4-FFF2-40B4-BE49-F238E27FC236}">
                <a16:creationId xmlns:a16="http://schemas.microsoft.com/office/drawing/2014/main" id="{21C82F0F-8EAB-4DE9-96C1-2B67616B4727}"/>
              </a:ext>
            </a:extLst>
          </p:cNvPr>
          <p:cNvSpPr>
            <a:spLocks noGrp="1"/>
          </p:cNvSpPr>
          <p:nvPr/>
        </p:nvSpPr>
        <p:spPr>
          <a:xfrm>
            <a:off x="6477000" y="1552575"/>
            <a:ext cx="5095875" cy="666750"/>
          </a:xfrm>
          <a:prstGeom prst="rect">
            <a:avLst/>
          </a:prstGeom>
          <a:noFill/>
          <a:ln w="0">
            <a:noFill/>
            <a:prstDash val="solid"/>
          </a:ln>
        </p:spPr>
        <p:txBody>
          <a:bodyPr lIns="0" tIns="0" rIns="0" bIns="0"/>
          <a:lstStyle>
            <a:defPPr>
              <a:defRPr sz="2025" b="1">
                <a:solidFill>
                  <a:srgbClr val="087E8B"/>
                </a:solidFill>
                <a:latin typeface="DejaVu Sans"/>
                <a:ea typeface="DejaVu Sans"/>
                <a:cs typeface="DejaVu Sans"/>
              </a:defRPr>
            </a:defPPr>
            <a:lvl1pPr>
              <a:defRPr sz="2025" b="1">
                <a:solidFill>
                  <a:srgbClr val="087E8B"/>
                </a:solidFill>
                <a:latin typeface="DejaVu Sans"/>
                <a:ea typeface="DejaVu Sans"/>
                <a:cs typeface="DejaVu Sans"/>
              </a:defRPr>
            </a:lvl1pPr>
            <a:lvl2pPr>
              <a:defRPr sz="2025" b="1">
                <a:solidFill>
                  <a:srgbClr val="087E8B"/>
                </a:solidFill>
                <a:latin typeface="DejaVu Sans"/>
                <a:ea typeface="DejaVu Sans"/>
                <a:cs typeface="DejaVu Sans"/>
              </a:defRPr>
            </a:lvl2pPr>
            <a:lvl3pPr>
              <a:defRPr sz="2025" b="1">
                <a:solidFill>
                  <a:srgbClr val="087E8B"/>
                </a:solidFill>
                <a:latin typeface="DejaVu Sans"/>
                <a:ea typeface="DejaVu Sans"/>
                <a:cs typeface="DejaVu Sans"/>
              </a:defRPr>
            </a:lvl3pPr>
            <a:lvl4pPr>
              <a:defRPr sz="2025" b="1">
                <a:solidFill>
                  <a:srgbClr val="087E8B"/>
                </a:solidFill>
                <a:latin typeface="DejaVu Sans"/>
                <a:ea typeface="DejaVu Sans"/>
                <a:cs typeface="DejaVu Sans"/>
              </a:defRPr>
            </a:lvl4pPr>
            <a:lvl5pPr>
              <a:defRPr sz="2025" b="1">
                <a:solidFill>
                  <a:srgbClr val="087E8B"/>
                </a:solidFill>
                <a:latin typeface="DejaVu Sans"/>
                <a:ea typeface="DejaVu Sans"/>
                <a:cs typeface="DejaVu Sans"/>
              </a:defRPr>
            </a:lvl5pPr>
            <a:lvl6pPr>
              <a:defRPr sz="2025" b="1">
                <a:solidFill>
                  <a:srgbClr val="087E8B"/>
                </a:solidFill>
                <a:latin typeface="DejaVu Sans"/>
                <a:ea typeface="DejaVu Sans"/>
                <a:cs typeface="DejaVu Sans"/>
              </a:defRPr>
            </a:lvl6pPr>
            <a:lvl7pPr>
              <a:defRPr sz="2025" b="1">
                <a:solidFill>
                  <a:srgbClr val="087E8B"/>
                </a:solidFill>
                <a:latin typeface="DejaVu Sans"/>
                <a:ea typeface="DejaVu Sans"/>
                <a:cs typeface="DejaVu Sans"/>
              </a:defRPr>
            </a:lvl7pPr>
            <a:lvl8pPr>
              <a:defRPr sz="2025" b="1">
                <a:solidFill>
                  <a:srgbClr val="087E8B"/>
                </a:solidFill>
                <a:latin typeface="DejaVu Sans"/>
                <a:ea typeface="DejaVu Sans"/>
                <a:cs typeface="DejaVu Sans"/>
              </a:defRPr>
            </a:lvl8pPr>
            <a:lvl9pPr>
              <a:defRPr sz="2025" b="1">
                <a:solidFill>
                  <a:srgbClr val="087E8B"/>
                </a:solidFill>
                <a:latin typeface="DejaVu Sans"/>
                <a:ea typeface="DejaVu Sans"/>
                <a:cs typeface="DejaVu Sans"/>
              </a:defRPr>
            </a:lvl9pPr>
          </a:lstStyle>
          <a:p>
            <a:pPr>
              <a:defRPr sz="2025" b="1">
                <a:solidFill>
                  <a:srgbClr val="087E8B"/>
                </a:solidFill>
                <a:latin typeface="DejaVu Sans"/>
                <a:ea typeface="DejaVu Sans"/>
                <a:cs typeface="DejaVu Sans"/>
              </a:defRPr>
            </a:pPr>
            <a:r>
              <a:rPr sz="2025" b="1">
                <a:solidFill>
                  <a:srgbClr val="087E8B"/>
                </a:solidFill>
                <a:latin typeface="DejaVu Sans"/>
                <a:ea typeface="DejaVu Sans"/>
                <a:cs typeface="DejaVu Sans"/>
              </a:rPr>
              <a:t>Registros desiguales por región</a:t>
            </a:r>
          </a:p>
        </p:txBody>
      </p:sp>
      <p:sp>
        <p:nvSpPr>
          <p:cNvPr id="9" name="text-7">
            <a:extLst>
              <a:ext uri="{FF2B5EF4-FFF2-40B4-BE49-F238E27FC236}">
                <a16:creationId xmlns:a16="http://schemas.microsoft.com/office/drawing/2014/main" id="{D6B4D316-31D3-47C2-93F9-D52458D2B830}"/>
              </a:ext>
            </a:extLst>
          </p:cNvPr>
          <p:cNvSpPr>
            <a:spLocks noGrp="1"/>
          </p:cNvSpPr>
          <p:nvPr/>
        </p:nvSpPr>
        <p:spPr>
          <a:xfrm>
            <a:off x="6477000" y="2238375"/>
            <a:ext cx="5095875" cy="333375"/>
          </a:xfrm>
          <a:prstGeom prst="rect">
            <a:avLst/>
          </a:prstGeom>
          <a:noFill/>
          <a:ln w="0">
            <a:noFill/>
            <a:prstDash val="solid"/>
          </a:ln>
        </p:spPr>
        <p:txBody>
          <a:bodyPr lIns="0" tIns="0" rIns="0" bIns="0"/>
          <a:lstStyle>
            <a:defPPr>
              <a:defRPr sz="1575" b="0">
                <a:solidFill>
                  <a:srgbClr val="597079"/>
                </a:solidFill>
                <a:latin typeface="DejaVu Sans"/>
                <a:ea typeface="DejaVu Sans"/>
                <a:cs typeface="DejaVu Sans"/>
              </a:defRPr>
            </a:defPPr>
            <a:lvl1pPr>
              <a:defRPr sz="1575" b="0">
                <a:solidFill>
                  <a:srgbClr val="597079"/>
                </a:solidFill>
                <a:latin typeface="DejaVu Sans"/>
                <a:ea typeface="DejaVu Sans"/>
                <a:cs typeface="DejaVu Sans"/>
              </a:defRPr>
            </a:lvl1pPr>
            <a:lvl2pPr>
              <a:defRPr sz="1575" b="0">
                <a:solidFill>
                  <a:srgbClr val="597079"/>
                </a:solidFill>
                <a:latin typeface="DejaVu Sans"/>
                <a:ea typeface="DejaVu Sans"/>
                <a:cs typeface="DejaVu Sans"/>
              </a:defRPr>
            </a:lvl2pPr>
            <a:lvl3pPr>
              <a:defRPr sz="1575" b="0">
                <a:solidFill>
                  <a:srgbClr val="597079"/>
                </a:solidFill>
                <a:latin typeface="DejaVu Sans"/>
                <a:ea typeface="DejaVu Sans"/>
                <a:cs typeface="DejaVu Sans"/>
              </a:defRPr>
            </a:lvl3pPr>
            <a:lvl4pPr>
              <a:defRPr sz="1575" b="0">
                <a:solidFill>
                  <a:srgbClr val="597079"/>
                </a:solidFill>
                <a:latin typeface="DejaVu Sans"/>
                <a:ea typeface="DejaVu Sans"/>
                <a:cs typeface="DejaVu Sans"/>
              </a:defRPr>
            </a:lvl4pPr>
            <a:lvl5pPr>
              <a:defRPr sz="1575" b="0">
                <a:solidFill>
                  <a:srgbClr val="597079"/>
                </a:solidFill>
                <a:latin typeface="DejaVu Sans"/>
                <a:ea typeface="DejaVu Sans"/>
                <a:cs typeface="DejaVu Sans"/>
              </a:defRPr>
            </a:lvl5pPr>
            <a:lvl6pPr>
              <a:defRPr sz="1575" b="0">
                <a:solidFill>
                  <a:srgbClr val="597079"/>
                </a:solidFill>
                <a:latin typeface="DejaVu Sans"/>
                <a:ea typeface="DejaVu Sans"/>
                <a:cs typeface="DejaVu Sans"/>
              </a:defRPr>
            </a:lvl6pPr>
            <a:lvl7pPr>
              <a:defRPr sz="1575" b="0">
                <a:solidFill>
                  <a:srgbClr val="597079"/>
                </a:solidFill>
                <a:latin typeface="DejaVu Sans"/>
                <a:ea typeface="DejaVu Sans"/>
                <a:cs typeface="DejaVu Sans"/>
              </a:defRPr>
            </a:lvl7pPr>
            <a:lvl8pPr>
              <a:defRPr sz="1575" b="0">
                <a:solidFill>
                  <a:srgbClr val="597079"/>
                </a:solidFill>
                <a:latin typeface="DejaVu Sans"/>
                <a:ea typeface="DejaVu Sans"/>
                <a:cs typeface="DejaVu Sans"/>
              </a:defRPr>
            </a:lvl8pPr>
            <a:lvl9pPr>
              <a:defRPr sz="1575" b="0">
                <a:solidFill>
                  <a:srgbClr val="597079"/>
                </a:solidFill>
                <a:latin typeface="DejaVu Sans"/>
                <a:ea typeface="DejaVu Sans"/>
                <a:cs typeface="DejaVu Sans"/>
              </a:defRPr>
            </a:lvl9pPr>
          </a:lstStyle>
          <a:p>
            <a:pPr>
              <a:defRPr sz="1575" b="0">
                <a:solidFill>
                  <a:srgbClr val="597079"/>
                </a:solidFill>
                <a:latin typeface="DejaVu Sans"/>
                <a:ea typeface="DejaVu Sans"/>
                <a:cs typeface="DejaVu Sans"/>
              </a:defRPr>
            </a:pPr>
            <a:r>
              <a:rPr sz="1575" b="0">
                <a:solidFill>
                  <a:srgbClr val="597079"/>
                </a:solidFill>
                <a:latin typeface="DejaVu Sans"/>
                <a:ea typeface="DejaVu Sans"/>
                <a:cs typeface="DejaVu Sans"/>
              </a:rPr>
              <a:t>Cuencas con &lt; 5 % de días faltantes</a:t>
            </a:r>
          </a:p>
        </p:txBody>
      </p:sp>
      <p:graphicFrame>
        <p:nvGraphicFramePr>
          <p:cNvPr id="10" name="Chart">
            <a:extLst>
              <a:ext uri="{FF2B5EF4-FFF2-40B4-BE49-F238E27FC236}">
                <a16:creationId xmlns:a16="http://schemas.microsoft.com/office/drawing/2014/main" id="{4A692240-DC63-4B3D-9BFE-98363AE868BD}"/>
              </a:ext>
            </a:extLst>
          </p:cNvPr>
          <p:cNvGraphicFramePr/>
          <p:nvPr/>
        </p:nvGraphicFramePr>
        <p:xfrm>
          <a:off x="6429375" y="2705100"/>
          <a:ext cx="5191125" cy="2333625"/>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8">
            <a:extLst>
              <a:ext uri="{FF2B5EF4-FFF2-40B4-BE49-F238E27FC236}">
                <a16:creationId xmlns:a16="http://schemas.microsoft.com/office/drawing/2014/main" id="{0969D5D8-A319-45B2-876C-37C971D5DBAF}"/>
              </a:ext>
            </a:extLst>
          </p:cNvPr>
          <p:cNvSpPr>
            <a:spLocks noGrp="1"/>
          </p:cNvSpPr>
          <p:nvPr/>
        </p:nvSpPr>
        <p:spPr>
          <a:xfrm>
            <a:off x="6477000" y="5200650"/>
            <a:ext cx="5095875" cy="571500"/>
          </a:xfrm>
          <a:prstGeom prst="rect">
            <a:avLst/>
          </a:prstGeom>
          <a:noFill/>
          <a:ln w="0">
            <a:noFill/>
            <a:prstDash val="solid"/>
          </a:ln>
        </p:spPr>
        <p:txBody>
          <a:bodyPr lIns="0" tIns="0" rIns="0" bIns="0"/>
          <a:lstStyle>
            <a:defPPr>
              <a:defRPr sz="1725" b="1">
                <a:solidFill>
                  <a:srgbClr val="153A48"/>
                </a:solidFill>
                <a:latin typeface="DejaVu Sans"/>
                <a:ea typeface="DejaVu Sans"/>
                <a:cs typeface="DejaVu Sans"/>
              </a:defRPr>
            </a:defPPr>
            <a:lvl1pPr>
              <a:defRPr sz="1725" b="1">
                <a:solidFill>
                  <a:srgbClr val="153A48"/>
                </a:solidFill>
                <a:latin typeface="DejaVu Sans"/>
                <a:ea typeface="DejaVu Sans"/>
                <a:cs typeface="DejaVu Sans"/>
              </a:defRPr>
            </a:lvl1pPr>
            <a:lvl2pPr>
              <a:defRPr sz="1725" b="1">
                <a:solidFill>
                  <a:srgbClr val="153A48"/>
                </a:solidFill>
                <a:latin typeface="DejaVu Sans"/>
                <a:ea typeface="DejaVu Sans"/>
                <a:cs typeface="DejaVu Sans"/>
              </a:defRPr>
            </a:lvl2pPr>
            <a:lvl3pPr>
              <a:defRPr sz="1725" b="1">
                <a:solidFill>
                  <a:srgbClr val="153A48"/>
                </a:solidFill>
                <a:latin typeface="DejaVu Sans"/>
                <a:ea typeface="DejaVu Sans"/>
                <a:cs typeface="DejaVu Sans"/>
              </a:defRPr>
            </a:lvl3pPr>
            <a:lvl4pPr>
              <a:defRPr sz="1725" b="1">
                <a:solidFill>
                  <a:srgbClr val="153A48"/>
                </a:solidFill>
                <a:latin typeface="DejaVu Sans"/>
                <a:ea typeface="DejaVu Sans"/>
                <a:cs typeface="DejaVu Sans"/>
              </a:defRPr>
            </a:lvl4pPr>
            <a:lvl5pPr>
              <a:defRPr sz="1725" b="1">
                <a:solidFill>
                  <a:srgbClr val="153A48"/>
                </a:solidFill>
                <a:latin typeface="DejaVu Sans"/>
                <a:ea typeface="DejaVu Sans"/>
                <a:cs typeface="DejaVu Sans"/>
              </a:defRPr>
            </a:lvl5pPr>
            <a:lvl6pPr>
              <a:defRPr sz="1725" b="1">
                <a:solidFill>
                  <a:srgbClr val="153A48"/>
                </a:solidFill>
                <a:latin typeface="DejaVu Sans"/>
                <a:ea typeface="DejaVu Sans"/>
                <a:cs typeface="DejaVu Sans"/>
              </a:defRPr>
            </a:lvl6pPr>
            <a:lvl7pPr>
              <a:defRPr sz="1725" b="1">
                <a:solidFill>
                  <a:srgbClr val="153A48"/>
                </a:solidFill>
                <a:latin typeface="DejaVu Sans"/>
                <a:ea typeface="DejaVu Sans"/>
                <a:cs typeface="DejaVu Sans"/>
              </a:defRPr>
            </a:lvl7pPr>
            <a:lvl8pPr>
              <a:defRPr sz="1725" b="1">
                <a:solidFill>
                  <a:srgbClr val="153A48"/>
                </a:solidFill>
                <a:latin typeface="DejaVu Sans"/>
                <a:ea typeface="DejaVu Sans"/>
                <a:cs typeface="DejaVu Sans"/>
              </a:defRPr>
            </a:lvl8pPr>
            <a:lvl9pPr>
              <a:defRPr sz="1725" b="1">
                <a:solidFill>
                  <a:srgbClr val="153A48"/>
                </a:solidFill>
                <a:latin typeface="DejaVu Sans"/>
                <a:ea typeface="DejaVu Sans"/>
                <a:cs typeface="DejaVu Sans"/>
              </a:defRPr>
            </a:lvl9pPr>
          </a:lstStyle>
          <a:p>
            <a:pPr>
              <a:defRPr sz="1725" b="1">
                <a:solidFill>
                  <a:srgbClr val="153A48"/>
                </a:solidFill>
                <a:latin typeface="DejaVu Sans"/>
                <a:ea typeface="DejaVu Sans"/>
                <a:cs typeface="DejaVu Sans"/>
              </a:defRPr>
            </a:pPr>
            <a:r>
              <a:rPr sz="1725" b="1">
                <a:solidFill>
                  <a:srgbClr val="153A48"/>
                </a:solidFill>
                <a:latin typeface="DejaVu Sans"/>
                <a:ea typeface="DejaVu Sans"/>
                <a:cs typeface="DejaVu Sans"/>
              </a:rPr>
              <a:t>Aridez  ρ = −0,74     Bosque  ρ = +0,54</a:t>
            </a:r>
          </a:p>
        </p:txBody>
      </p:sp>
      <p:sp>
        <p:nvSpPr>
          <p:cNvPr id="12" name="text-9">
            <a:extLst>
              <a:ext uri="{FF2B5EF4-FFF2-40B4-BE49-F238E27FC236}">
                <a16:creationId xmlns:a16="http://schemas.microsoft.com/office/drawing/2014/main" id="{286BC317-86D4-43ED-B17A-793113FA3E88}"/>
              </a:ext>
            </a:extLst>
          </p:cNvPr>
          <p:cNvSpPr>
            <a:spLocks noGrp="1"/>
          </p:cNvSpPr>
          <p:nvPr/>
        </p:nvSpPr>
        <p:spPr>
          <a:xfrm>
            <a:off x="609600" y="5686425"/>
            <a:ext cx="10953750" cy="571500"/>
          </a:xfrm>
          <a:prstGeom prst="rect">
            <a:avLst/>
          </a:prstGeom>
          <a:noFill/>
          <a:ln w="0">
            <a:noFill/>
            <a:prstDash val="solid"/>
          </a:ln>
        </p:spPr>
        <p:txBody>
          <a:bodyPr lIns="0" tIns="0" rIns="0" bIns="0"/>
          <a:lstStyle>
            <a:defPPr>
              <a:defRPr sz="1725" b="1">
                <a:solidFill>
                  <a:srgbClr val="087E8B"/>
                </a:solidFill>
                <a:latin typeface="DejaVu Sans"/>
                <a:ea typeface="DejaVu Sans"/>
                <a:cs typeface="DejaVu Sans"/>
              </a:defRPr>
            </a:defPPr>
            <a:lvl1pPr>
              <a:defRPr sz="1725" b="1">
                <a:solidFill>
                  <a:srgbClr val="087E8B"/>
                </a:solidFill>
                <a:latin typeface="DejaVu Sans"/>
                <a:ea typeface="DejaVu Sans"/>
                <a:cs typeface="DejaVu Sans"/>
              </a:defRPr>
            </a:lvl1pPr>
            <a:lvl2pPr>
              <a:defRPr sz="1725" b="1">
                <a:solidFill>
                  <a:srgbClr val="087E8B"/>
                </a:solidFill>
                <a:latin typeface="DejaVu Sans"/>
                <a:ea typeface="DejaVu Sans"/>
                <a:cs typeface="DejaVu Sans"/>
              </a:defRPr>
            </a:lvl2pPr>
            <a:lvl3pPr>
              <a:defRPr sz="1725" b="1">
                <a:solidFill>
                  <a:srgbClr val="087E8B"/>
                </a:solidFill>
                <a:latin typeface="DejaVu Sans"/>
                <a:ea typeface="DejaVu Sans"/>
                <a:cs typeface="DejaVu Sans"/>
              </a:defRPr>
            </a:lvl3pPr>
            <a:lvl4pPr>
              <a:defRPr sz="1725" b="1">
                <a:solidFill>
                  <a:srgbClr val="087E8B"/>
                </a:solidFill>
                <a:latin typeface="DejaVu Sans"/>
                <a:ea typeface="DejaVu Sans"/>
                <a:cs typeface="DejaVu Sans"/>
              </a:defRPr>
            </a:lvl4pPr>
            <a:lvl5pPr>
              <a:defRPr sz="1725" b="1">
                <a:solidFill>
                  <a:srgbClr val="087E8B"/>
                </a:solidFill>
                <a:latin typeface="DejaVu Sans"/>
                <a:ea typeface="DejaVu Sans"/>
                <a:cs typeface="DejaVu Sans"/>
              </a:defRPr>
            </a:lvl5pPr>
            <a:lvl6pPr>
              <a:defRPr sz="1725" b="1">
                <a:solidFill>
                  <a:srgbClr val="087E8B"/>
                </a:solidFill>
                <a:latin typeface="DejaVu Sans"/>
                <a:ea typeface="DejaVu Sans"/>
                <a:cs typeface="DejaVu Sans"/>
              </a:defRPr>
            </a:lvl6pPr>
            <a:lvl7pPr>
              <a:defRPr sz="1725" b="1">
                <a:solidFill>
                  <a:srgbClr val="087E8B"/>
                </a:solidFill>
                <a:latin typeface="DejaVu Sans"/>
                <a:ea typeface="DejaVu Sans"/>
                <a:cs typeface="DejaVu Sans"/>
              </a:defRPr>
            </a:lvl7pPr>
            <a:lvl8pPr>
              <a:defRPr sz="1725" b="1">
                <a:solidFill>
                  <a:srgbClr val="087E8B"/>
                </a:solidFill>
                <a:latin typeface="DejaVu Sans"/>
                <a:ea typeface="DejaVu Sans"/>
                <a:cs typeface="DejaVu Sans"/>
              </a:defRPr>
            </a:lvl8pPr>
            <a:lvl9pPr>
              <a:defRPr sz="1725" b="1">
                <a:solidFill>
                  <a:srgbClr val="087E8B"/>
                </a:solidFill>
                <a:latin typeface="DejaVu Sans"/>
                <a:ea typeface="DejaVu Sans"/>
                <a:cs typeface="DejaVu Sans"/>
              </a:defRPr>
            </a:lvl9pPr>
          </a:lstStyle>
          <a:p>
            <a:pPr>
              <a:defRPr sz="1725" b="1">
                <a:solidFill>
                  <a:srgbClr val="087E8B"/>
                </a:solidFill>
                <a:latin typeface="DejaVu Sans"/>
                <a:ea typeface="DejaVu Sans"/>
                <a:cs typeface="DejaVu Sans"/>
              </a:defRPr>
            </a:pPr>
            <a:r>
              <a:rPr sz="1725" b="1" dirty="0" err="1">
                <a:solidFill>
                  <a:srgbClr val="087E8B"/>
                </a:solidFill>
                <a:latin typeface="DejaVu Sans"/>
                <a:ea typeface="DejaVu Sans"/>
                <a:cs typeface="DejaVu Sans"/>
              </a:rPr>
              <a:t>Siguiente</a:t>
            </a:r>
            <a:r>
              <a:rPr sz="1725" b="1" dirty="0">
                <a:solidFill>
                  <a:srgbClr val="087E8B"/>
                </a:solidFill>
                <a:latin typeface="DejaVu Sans"/>
                <a:ea typeface="DejaVu Sans"/>
                <a:cs typeface="DejaVu Sans"/>
              </a:rPr>
              <a:t> </a:t>
            </a:r>
            <a:r>
              <a:rPr sz="1725" b="1" dirty="0" err="1">
                <a:solidFill>
                  <a:srgbClr val="087E8B"/>
                </a:solidFill>
                <a:latin typeface="DejaVu Sans"/>
                <a:ea typeface="DejaVu Sans"/>
                <a:cs typeface="DejaVu Sans"/>
              </a:rPr>
              <a:t>fase</a:t>
            </a:r>
            <a:r>
              <a:rPr sz="1725" b="1" dirty="0">
                <a:solidFill>
                  <a:srgbClr val="087E8B"/>
                </a:solidFill>
                <a:latin typeface="DejaVu Sans"/>
                <a:ea typeface="DejaVu Sans"/>
                <a:cs typeface="DejaVu Sans"/>
              </a:rPr>
              <a:t>: </a:t>
            </a:r>
            <a:r>
              <a:rPr sz="1725" b="1" dirty="0" err="1">
                <a:solidFill>
                  <a:srgbClr val="087E8B"/>
                </a:solidFill>
                <a:latin typeface="DejaVu Sans"/>
                <a:ea typeface="DejaVu Sans"/>
                <a:cs typeface="DejaVu Sans"/>
              </a:rPr>
              <a:t>preparar</a:t>
            </a:r>
            <a:r>
              <a:rPr sz="1725" b="1" dirty="0">
                <a:solidFill>
                  <a:srgbClr val="087E8B"/>
                </a:solidFill>
                <a:latin typeface="DejaVu Sans"/>
                <a:ea typeface="DejaVu Sans"/>
                <a:cs typeface="DejaVu Sans"/>
              </a:rPr>
              <a:t> </a:t>
            </a:r>
            <a:r>
              <a:rPr lang="en-US" sz="1725" b="1" dirty="0" err="1">
                <a:solidFill>
                  <a:srgbClr val="087E8B"/>
                </a:solidFill>
                <a:latin typeface="DejaVu Sans"/>
                <a:ea typeface="DejaVu Sans"/>
                <a:cs typeface="DejaVu Sans"/>
              </a:rPr>
              <a:t>los</a:t>
            </a:r>
            <a:r>
              <a:rPr lang="en-US" sz="1725" b="1" dirty="0">
                <a:solidFill>
                  <a:srgbClr val="087E8B"/>
                </a:solidFill>
                <a:latin typeface="DejaVu Sans"/>
                <a:ea typeface="DejaVu Sans"/>
                <a:cs typeface="DejaVu Sans"/>
              </a:rPr>
              <a:t> </a:t>
            </a:r>
            <a:r>
              <a:rPr sz="1725" b="1" dirty="0" err="1">
                <a:solidFill>
                  <a:srgbClr val="087E8B"/>
                </a:solidFill>
                <a:latin typeface="DejaVu Sans"/>
                <a:ea typeface="DejaVu Sans"/>
                <a:cs typeface="DejaVu Sans"/>
              </a:rPr>
              <a:t>datos</a:t>
            </a:r>
            <a:r>
              <a:rPr sz="1725" b="1" dirty="0">
                <a:solidFill>
                  <a:srgbClr val="087E8B"/>
                </a:solidFill>
                <a:latin typeface="DejaVu Sans"/>
                <a:ea typeface="DejaVu Sans"/>
                <a:cs typeface="DejaVu Sans"/>
              </a:rPr>
              <a:t>, </a:t>
            </a:r>
            <a:r>
              <a:rPr sz="1725" b="1" dirty="0" err="1">
                <a:solidFill>
                  <a:srgbClr val="087E8B"/>
                </a:solidFill>
                <a:latin typeface="DejaVu Sans"/>
                <a:ea typeface="DejaVu Sans"/>
                <a:cs typeface="DejaVu Sans"/>
              </a:rPr>
              <a:t>entrenar</a:t>
            </a:r>
            <a:r>
              <a:rPr sz="1725" b="1" dirty="0">
                <a:solidFill>
                  <a:srgbClr val="087E8B"/>
                </a:solidFill>
                <a:latin typeface="DejaVu Sans"/>
                <a:ea typeface="DejaVu Sans"/>
                <a:cs typeface="DejaVu Sans"/>
              </a:rPr>
              <a:t> </a:t>
            </a:r>
            <a:r>
              <a:rPr lang="en-US" sz="1725" b="1" dirty="0" err="1">
                <a:solidFill>
                  <a:srgbClr val="087E8B"/>
                </a:solidFill>
                <a:latin typeface="DejaVu Sans"/>
                <a:ea typeface="DejaVu Sans"/>
                <a:cs typeface="DejaVu Sans"/>
              </a:rPr>
              <a:t>los</a:t>
            </a:r>
            <a:r>
              <a:rPr lang="en-US" sz="1725" b="1" dirty="0">
                <a:solidFill>
                  <a:srgbClr val="087E8B"/>
                </a:solidFill>
                <a:latin typeface="DejaVu Sans"/>
                <a:ea typeface="DejaVu Sans"/>
                <a:cs typeface="DejaVu Sans"/>
              </a:rPr>
              <a:t> </a:t>
            </a:r>
            <a:r>
              <a:rPr sz="1725" b="1" dirty="0" err="1">
                <a:solidFill>
                  <a:srgbClr val="087E8B"/>
                </a:solidFill>
                <a:latin typeface="DejaVu Sans"/>
                <a:ea typeface="DejaVu Sans"/>
                <a:cs typeface="DejaVu Sans"/>
              </a:rPr>
              <a:t>modelos</a:t>
            </a:r>
            <a:r>
              <a:rPr sz="1725" b="1" dirty="0">
                <a:solidFill>
                  <a:srgbClr val="087E8B"/>
                </a:solidFill>
                <a:latin typeface="DejaVu Sans"/>
                <a:ea typeface="DejaVu Sans"/>
                <a:cs typeface="DejaVu Sans"/>
              </a:rPr>
              <a:t> y </a:t>
            </a:r>
            <a:r>
              <a:rPr sz="1725" b="1" dirty="0" err="1">
                <a:solidFill>
                  <a:srgbClr val="087E8B"/>
                </a:solidFill>
                <a:latin typeface="DejaVu Sans"/>
                <a:ea typeface="DejaVu Sans"/>
                <a:cs typeface="DejaVu Sans"/>
              </a:rPr>
              <a:t>validar</a:t>
            </a:r>
            <a:r>
              <a:rPr sz="1725" b="1" dirty="0">
                <a:solidFill>
                  <a:srgbClr val="087E8B"/>
                </a:solidFill>
                <a:latin typeface="DejaVu Sans"/>
                <a:ea typeface="DejaVu Sans"/>
                <a:cs typeface="DejaVu Sans"/>
              </a:rPr>
              <a:t> con </a:t>
            </a:r>
            <a:r>
              <a:rPr lang="en-US" sz="1725" b="1" dirty="0" err="1">
                <a:solidFill>
                  <a:srgbClr val="087E8B"/>
                </a:solidFill>
                <a:latin typeface="DejaVu Sans"/>
                <a:ea typeface="DejaVu Sans"/>
                <a:cs typeface="DejaVu Sans"/>
              </a:rPr>
              <a:t>los</a:t>
            </a:r>
            <a:r>
              <a:rPr lang="en-US" sz="1725" b="1" dirty="0">
                <a:solidFill>
                  <a:srgbClr val="087E8B"/>
                </a:solidFill>
                <a:latin typeface="DejaVu Sans"/>
                <a:ea typeface="DejaVu Sans"/>
                <a:cs typeface="DejaVu Sans"/>
              </a:rPr>
              <a:t> </a:t>
            </a:r>
            <a:r>
              <a:rPr sz="1725" b="1" dirty="0" err="1">
                <a:solidFill>
                  <a:srgbClr val="087E8B"/>
                </a:solidFill>
                <a:latin typeface="DejaVu Sans"/>
                <a:ea typeface="DejaVu Sans"/>
                <a:cs typeface="DejaVu Sans"/>
              </a:rPr>
              <a:t>usuarios</a:t>
            </a:r>
            <a:r>
              <a:rPr lang="en-US" sz="1725" b="1" dirty="0">
                <a:solidFill>
                  <a:srgbClr val="087E8B"/>
                </a:solidFill>
                <a:latin typeface="DejaVu Sans"/>
                <a:ea typeface="DejaVu Sans"/>
                <a:cs typeface="DejaVu Sans"/>
              </a:rPr>
              <a:t> </a:t>
            </a:r>
            <a:r>
              <a:rPr lang="en-US" sz="1725" b="1" dirty="0" err="1">
                <a:solidFill>
                  <a:srgbClr val="087E8B"/>
                </a:solidFill>
                <a:latin typeface="DejaVu Sans"/>
                <a:ea typeface="DejaVu Sans"/>
                <a:cs typeface="DejaVu Sans"/>
              </a:rPr>
              <a:t>interesados</a:t>
            </a:r>
            <a:endParaRPr sz="1725" b="1" dirty="0">
              <a:solidFill>
                <a:srgbClr val="087E8B"/>
              </a:solidFill>
              <a:latin typeface="DejaVu Sans"/>
              <a:ea typeface="DejaVu Sans"/>
              <a:cs typeface="DejaVu Sans"/>
            </a:endParaRPr>
          </a:p>
        </p:txBody>
      </p:sp>
      <p:pic>
        <p:nvPicPr>
          <p:cNvPr id="15" name="Picture 14" descr="File:University of Los Andes logo.svg - Wikipedia">
            <a:extLst>
              <a:ext uri="{FF2B5EF4-FFF2-40B4-BE49-F238E27FC236}">
                <a16:creationId xmlns:a16="http://schemas.microsoft.com/office/drawing/2014/main" id="{9BD705BD-E61A-83B1-D5BF-0B4C983A02E0}"/>
              </a:ext>
            </a:extLst>
          </p:cNvPr>
          <p:cNvPicPr>
            <a:picLocks noChangeAspect="1"/>
          </p:cNvPicPr>
          <p:nvPr/>
        </p:nvPicPr>
        <p:blipFill>
          <a:blip r:embed="rId5"/>
          <a:stretch>
            <a:fillRect/>
          </a:stretch>
        </p:blipFill>
        <p:spPr>
          <a:xfrm>
            <a:off x="10924096" y="364236"/>
            <a:ext cx="658304" cy="781050"/>
          </a:xfrm>
          <a:prstGeom prst="rect">
            <a:avLst/>
          </a:prstGeom>
        </p:spPr>
      </p:pic>
    </p:spTree>
    <p:extLst>
      <p:ext uri="{BB962C8B-B14F-4D97-AF65-F5344CB8AC3E}">
        <p14:creationId xmlns:p14="http://schemas.microsoft.com/office/powerpoint/2010/main" val="64331821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997</Words>
  <Application>Microsoft Office PowerPoint</Application>
  <DocSecurity>0</DocSecurity>
  <PresentationFormat>Widescreen</PresentationFormat>
  <Paragraphs>82</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Aptos</vt:lpstr>
      <vt:lpstr>DejaVu Sans</vt:lpstr>
      <vt:lpstr>ChatGPT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Andres Felipe Mendez Antolinez</cp:lastModifiedBy>
  <cp:revision>1</cp:revision>
  <dcterms:created xsi:type="dcterms:W3CDTF">2026-10-18T04:15:31Z</dcterms:created>
  <dcterms:modified xsi:type="dcterms:W3CDTF">2026-10-18T15:27:13Z</dcterms:modified>
</cp:coreProperties>
</file>